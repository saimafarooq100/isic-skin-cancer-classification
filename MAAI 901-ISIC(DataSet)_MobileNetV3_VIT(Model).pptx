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9"/>
  </p:notesMasterIdLst>
  <p:sldIdLst>
    <p:sldId id="256" r:id="rId3"/>
    <p:sldId id="264" r:id="rId4"/>
    <p:sldId id="262" r:id="rId5"/>
    <p:sldId id="263" r:id="rId6"/>
    <p:sldId id="261" r:id="rId7"/>
    <p:sldId id="259" r:id="rId8"/>
    <p:sldId id="265" r:id="rId9"/>
    <p:sldId id="282" r:id="rId10"/>
    <p:sldId id="283" r:id="rId11"/>
    <p:sldId id="285" r:id="rId12"/>
    <p:sldId id="284" r:id="rId13"/>
    <p:sldId id="267" r:id="rId14"/>
    <p:sldId id="260" r:id="rId15"/>
    <p:sldId id="286" r:id="rId16"/>
    <p:sldId id="287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51CCC3-4B39-4B5C-905E-34201B12319F}" v="56" dt="2026-06-02T20:09:51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43" d="100"/>
          <a:sy n="43" d="100"/>
        </p:scale>
        <p:origin x="157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ma Farooq" userId="bc220c47-35d2-4fea-bfbd-696745544c73" providerId="ADAL" clId="{A94744D5-BA3E-419E-8173-63AE3A2B9618}"/>
    <pc:docChg chg="undo custSel addSld delSld modSld sldOrd">
      <pc:chgData name="Saima Farooq" userId="bc220c47-35d2-4fea-bfbd-696745544c73" providerId="ADAL" clId="{A94744D5-BA3E-419E-8173-63AE3A2B9618}" dt="2026-06-02T20:13:08.015" v="675" actId="20577"/>
      <pc:docMkLst>
        <pc:docMk/>
      </pc:docMkLst>
      <pc:sldChg chg="addSp delSp modSp add del mod ord setBg">
        <pc:chgData name="Saima Farooq" userId="bc220c47-35d2-4fea-bfbd-696745544c73" providerId="ADAL" clId="{A94744D5-BA3E-419E-8173-63AE3A2B9618}" dt="2026-06-02T17:54:04.665" v="197" actId="20577"/>
        <pc:sldMkLst>
          <pc:docMk/>
          <pc:sldMk cId="0" sldId="256"/>
        </pc:sldMkLst>
        <pc:spChg chg="mod">
          <ac:chgData name="Saima Farooq" userId="bc220c47-35d2-4fea-bfbd-696745544c73" providerId="ADAL" clId="{A94744D5-BA3E-419E-8173-63AE3A2B9618}" dt="2026-06-02T17:47:55.525" v="145" actId="13926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7:54:04.665" v="197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7:53:41.549" v="184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7:52:51.744" v="178" actId="20577"/>
          <ac:spMkLst>
            <pc:docMk/>
            <pc:sldMk cId="0" sldId="256"/>
            <ac:spMk id="19" creationId="{00000000-0000-0000-0000-000000000000}"/>
          </ac:spMkLst>
        </pc:spChg>
        <pc:spChg chg="add del mod">
          <ac:chgData name="Saima Farooq" userId="bc220c47-35d2-4fea-bfbd-696745544c73" providerId="ADAL" clId="{A94744D5-BA3E-419E-8173-63AE3A2B9618}" dt="2026-06-02T15:45:30.169" v="129" actId="478"/>
          <ac:spMkLst>
            <pc:docMk/>
            <pc:sldMk cId="0" sldId="256"/>
            <ac:spMk id="50" creationId="{6072884B-1BF8-283C-D574-CE75E887D22B}"/>
          </ac:spMkLst>
        </pc:spChg>
      </pc:sldChg>
      <pc:sldChg chg="modSp add del mod ord setBg">
        <pc:chgData name="Saima Farooq" userId="bc220c47-35d2-4fea-bfbd-696745544c73" providerId="ADAL" clId="{A94744D5-BA3E-419E-8173-63AE3A2B9618}" dt="2026-06-02T18:10:29.069" v="252" actId="2696"/>
        <pc:sldMkLst>
          <pc:docMk/>
          <pc:sldMk cId="0" sldId="257"/>
        </pc:sldMkLst>
        <pc:spChg chg="mod">
          <ac:chgData name="Saima Farooq" userId="bc220c47-35d2-4fea-bfbd-696745544c73" providerId="ADAL" clId="{A94744D5-BA3E-419E-8173-63AE3A2B9618}" dt="2026-06-02T17:56:31.678" v="198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7:56:34.242" v="199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7:56:37.517" v="200" actId="20577"/>
          <ac:spMkLst>
            <pc:docMk/>
            <pc:sldMk cId="0" sldId="257"/>
            <ac:spMk id="16" creationId="{00000000-0000-0000-0000-000000000000}"/>
          </ac:spMkLst>
        </pc:spChg>
      </pc:sldChg>
      <pc:sldChg chg="delSp modSp add del mod setBg">
        <pc:chgData name="Saima Farooq" userId="bc220c47-35d2-4fea-bfbd-696745544c73" providerId="ADAL" clId="{A94744D5-BA3E-419E-8173-63AE3A2B9618}" dt="2026-06-02T18:10:38.072" v="253" actId="2696"/>
        <pc:sldMkLst>
          <pc:docMk/>
          <pc:sldMk cId="0" sldId="258"/>
        </pc:sldMkLst>
        <pc:spChg chg="del mod">
          <ac:chgData name="Saima Farooq" userId="bc220c47-35d2-4fea-bfbd-696745544c73" providerId="ADAL" clId="{A94744D5-BA3E-419E-8173-63AE3A2B9618}" dt="2026-06-02T14:33:32.657" v="90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7:56:51.334" v="201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7:56:54.172" v="202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7:56:57.955" v="203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 add del mod ord setBg">
        <pc:chgData name="Saima Farooq" userId="bc220c47-35d2-4fea-bfbd-696745544c73" providerId="ADAL" clId="{A94744D5-BA3E-419E-8173-63AE3A2B9618}" dt="2026-06-02T18:33:13.458" v="295"/>
        <pc:sldMkLst>
          <pc:docMk/>
          <pc:sldMk cId="0" sldId="259"/>
        </pc:sldMkLst>
        <pc:spChg chg="mod">
          <ac:chgData name="Saima Farooq" userId="bc220c47-35d2-4fea-bfbd-696745544c73" providerId="ADAL" clId="{A94744D5-BA3E-419E-8173-63AE3A2B9618}" dt="2026-06-02T14:37:24.400" v="126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4:35:28.415" v="125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4:34:18.405" v="112" actId="20577"/>
          <ac:spMkLst>
            <pc:docMk/>
            <pc:sldMk cId="0" sldId="259"/>
            <ac:spMk id="33" creationId="{00000000-0000-0000-0000-000000000000}"/>
          </ac:spMkLst>
        </pc:spChg>
      </pc:sldChg>
      <pc:sldChg chg="add setBg">
        <pc:chgData name="Saima Farooq" userId="bc220c47-35d2-4fea-bfbd-696745544c73" providerId="ADAL" clId="{A94744D5-BA3E-419E-8173-63AE3A2B9618}" dt="2026-06-02T17:46:47.219" v="140"/>
        <pc:sldMkLst>
          <pc:docMk/>
          <pc:sldMk cId="0" sldId="260"/>
        </pc:sldMkLst>
      </pc:sldChg>
      <pc:sldChg chg="add del">
        <pc:chgData name="Saima Farooq" userId="bc220c47-35d2-4fea-bfbd-696745544c73" providerId="ADAL" clId="{A94744D5-BA3E-419E-8173-63AE3A2B9618}" dt="2026-06-02T17:45:12.590" v="136" actId="47"/>
        <pc:sldMkLst>
          <pc:docMk/>
          <pc:sldMk cId="0" sldId="261"/>
        </pc:sldMkLst>
      </pc:sldChg>
      <pc:sldChg chg="delSp modSp add mod ord">
        <pc:chgData name="Saima Farooq" userId="bc220c47-35d2-4fea-bfbd-696745544c73" providerId="ADAL" clId="{A94744D5-BA3E-419E-8173-63AE3A2B9618}" dt="2026-06-02T18:07:37.451" v="223" actId="20577"/>
        <pc:sldMkLst>
          <pc:docMk/>
          <pc:sldMk cId="3230601197" sldId="261"/>
        </pc:sldMkLst>
        <pc:spChg chg="del">
          <ac:chgData name="Saima Farooq" userId="bc220c47-35d2-4fea-bfbd-696745544c73" providerId="ADAL" clId="{A94744D5-BA3E-419E-8173-63AE3A2B9618}" dt="2026-06-02T17:50:27.850" v="150" actId="478"/>
          <ac:spMkLst>
            <pc:docMk/>
            <pc:sldMk cId="3230601197" sldId="261"/>
            <ac:spMk id="6" creationId="{44184D49-D7E2-0E43-C862-6BE488B86E4E}"/>
          </ac:spMkLst>
        </pc:spChg>
        <pc:spChg chg="mod">
          <ac:chgData name="Saima Farooq" userId="bc220c47-35d2-4fea-bfbd-696745544c73" providerId="ADAL" clId="{A94744D5-BA3E-419E-8173-63AE3A2B9618}" dt="2026-06-02T18:07:37.451" v="223" actId="20577"/>
          <ac:spMkLst>
            <pc:docMk/>
            <pc:sldMk cId="3230601197" sldId="261"/>
            <ac:spMk id="11" creationId="{1810D93C-EB14-5FAB-12A5-49EF56C01D45}"/>
          </ac:spMkLst>
        </pc:spChg>
      </pc:sldChg>
      <pc:sldChg chg="delSp modSp add del mod ord setBg">
        <pc:chgData name="Saima Farooq" userId="bc220c47-35d2-4fea-bfbd-696745544c73" providerId="ADAL" clId="{A94744D5-BA3E-419E-8173-63AE3A2B9618}" dt="2026-06-02T18:06:53.423" v="216"/>
        <pc:sldMkLst>
          <pc:docMk/>
          <pc:sldMk cId="0" sldId="262"/>
        </pc:sldMkLst>
        <pc:spChg chg="mod">
          <ac:chgData name="Saima Farooq" userId="bc220c47-35d2-4fea-bfbd-696745544c73" providerId="ADAL" clId="{A94744D5-BA3E-419E-8173-63AE3A2B9618}" dt="2026-06-02T14:33:18.250" v="88" actId="20577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Saima Farooq" userId="bc220c47-35d2-4fea-bfbd-696745544c73" providerId="ADAL" clId="{A94744D5-BA3E-419E-8173-63AE3A2B9618}" dt="2026-06-02T14:32:37.249" v="11" actId="478"/>
          <ac:spMkLst>
            <pc:docMk/>
            <pc:sldMk cId="0" sldId="262"/>
            <ac:spMk id="4" creationId="{00000000-0000-0000-0000-000000000000}"/>
          </ac:spMkLst>
        </pc:spChg>
      </pc:sldChg>
      <pc:sldChg chg="modSp add mod ord setBg">
        <pc:chgData name="Saima Farooq" userId="bc220c47-35d2-4fea-bfbd-696745544c73" providerId="ADAL" clId="{A94744D5-BA3E-419E-8173-63AE3A2B9618}" dt="2026-06-02T18:09:46.413" v="251" actId="20577"/>
        <pc:sldMkLst>
          <pc:docMk/>
          <pc:sldMk cId="0" sldId="263"/>
        </pc:sldMkLst>
        <pc:spChg chg="mod">
          <ac:chgData name="Saima Farooq" userId="bc220c47-35d2-4fea-bfbd-696745544c73" providerId="ADAL" clId="{A94744D5-BA3E-419E-8173-63AE3A2B9618}" dt="2026-06-02T18:09:46.413" v="251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8:09:33.982" v="224"/>
          <ac:spMkLst>
            <pc:docMk/>
            <pc:sldMk cId="0" sldId="263"/>
            <ac:spMk id="13" creationId="{00000000-0000-0000-0000-000000000000}"/>
          </ac:spMkLst>
        </pc:spChg>
      </pc:sldChg>
      <pc:sldChg chg="addSp delSp modSp add mod ord setBg modNotesTx">
        <pc:chgData name="Saima Farooq" userId="bc220c47-35d2-4fea-bfbd-696745544c73" providerId="ADAL" clId="{A94744D5-BA3E-419E-8173-63AE3A2B9618}" dt="2026-06-02T20:13:08.015" v="675" actId="20577"/>
        <pc:sldMkLst>
          <pc:docMk/>
          <pc:sldMk cId="0" sldId="264"/>
        </pc:sldMkLst>
        <pc:spChg chg="add del mod">
          <ac:chgData name="Saima Farooq" userId="bc220c47-35d2-4fea-bfbd-696745544c73" providerId="ADAL" clId="{A94744D5-BA3E-419E-8173-63AE3A2B9618}" dt="2026-06-02T20:13:08.015" v="675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add del mod setBg">
        <pc:chgData name="Saima Farooq" userId="bc220c47-35d2-4fea-bfbd-696745544c73" providerId="ADAL" clId="{A94744D5-BA3E-419E-8173-63AE3A2B9618}" dt="2026-06-02T18:37:31.239" v="298" actId="108"/>
        <pc:sldMkLst>
          <pc:docMk/>
          <pc:sldMk cId="0" sldId="265"/>
        </pc:sldMkLst>
        <pc:spChg chg="mod">
          <ac:chgData name="Saima Farooq" userId="bc220c47-35d2-4fea-bfbd-696745544c73" providerId="ADAL" clId="{A94744D5-BA3E-419E-8173-63AE3A2B9618}" dt="2026-06-02T18:30:52.554" v="262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8:31:00.116" v="267" actId="2057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8:31:09.221" v="272" actId="20577"/>
          <ac:spMkLst>
            <pc:docMk/>
            <pc:sldMk cId="0" sldId="265"/>
            <ac:spMk id="16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8:37:31.239" v="298" actId="108"/>
          <ac:spMkLst>
            <pc:docMk/>
            <pc:sldMk cId="0" sldId="265"/>
            <ac:spMk id="17" creationId="{00000000-0000-0000-0000-000000000000}"/>
          </ac:spMkLst>
        </pc:spChg>
      </pc:sldChg>
      <pc:sldChg chg="add del setBg">
        <pc:chgData name="Saima Farooq" userId="bc220c47-35d2-4fea-bfbd-696745544c73" providerId="ADAL" clId="{A94744D5-BA3E-419E-8173-63AE3A2B9618}" dt="2026-06-02T20:03:14.361" v="544"/>
        <pc:sldMkLst>
          <pc:docMk/>
          <pc:sldMk cId="0" sldId="266"/>
        </pc:sldMkLst>
      </pc:sldChg>
      <pc:sldChg chg="modSp add del mod setBg">
        <pc:chgData name="Saima Farooq" userId="bc220c47-35d2-4fea-bfbd-696745544c73" providerId="ADAL" clId="{A94744D5-BA3E-419E-8173-63AE3A2B9618}" dt="2026-06-02T18:32:00.758" v="293" actId="20577"/>
        <pc:sldMkLst>
          <pc:docMk/>
          <pc:sldMk cId="0" sldId="267"/>
        </pc:sldMkLst>
        <pc:spChg chg="mod">
          <ac:chgData name="Saima Farooq" userId="bc220c47-35d2-4fea-bfbd-696745544c73" providerId="ADAL" clId="{A94744D5-BA3E-419E-8173-63AE3A2B9618}" dt="2026-06-02T18:32:00.758" v="293" actId="20577"/>
          <ac:spMkLst>
            <pc:docMk/>
            <pc:sldMk cId="0" sldId="267"/>
            <ac:spMk id="3" creationId="{00000000-0000-0000-0000-000000000000}"/>
          </ac:spMkLst>
        </pc:spChg>
        <pc:graphicFrameChg chg="mod">
          <ac:chgData name="Saima Farooq" userId="bc220c47-35d2-4fea-bfbd-696745544c73" providerId="ADAL" clId="{A94744D5-BA3E-419E-8173-63AE3A2B9618}" dt="2026-06-02T18:30:09.761" v="257" actId="20577"/>
          <ac:graphicFrameMkLst>
            <pc:docMk/>
            <pc:sldMk cId="0" sldId="267"/>
            <ac:graphicFrameMk id="4" creationId="{00000000-0000-0000-0000-000000000000}"/>
          </ac:graphicFrameMkLst>
        </pc:graphicFrameChg>
      </pc:sldChg>
      <pc:sldChg chg="add del">
        <pc:chgData name="Saima Farooq" userId="bc220c47-35d2-4fea-bfbd-696745544c73" providerId="ADAL" clId="{A94744D5-BA3E-419E-8173-63AE3A2B9618}" dt="2026-06-02T17:45:12.590" v="136" actId="47"/>
        <pc:sldMkLst>
          <pc:docMk/>
          <pc:sldMk cId="0" sldId="268"/>
        </pc:sldMkLst>
      </pc:sldChg>
      <pc:sldChg chg="add del">
        <pc:chgData name="Saima Farooq" userId="bc220c47-35d2-4fea-bfbd-696745544c73" providerId="ADAL" clId="{A94744D5-BA3E-419E-8173-63AE3A2B9618}" dt="2026-06-02T17:45:12.590" v="136" actId="47"/>
        <pc:sldMkLst>
          <pc:docMk/>
          <pc:sldMk cId="0" sldId="269"/>
        </pc:sldMkLst>
      </pc:sldChg>
      <pc:sldChg chg="modSp add del mod setBg">
        <pc:chgData name="Saima Farooq" userId="bc220c47-35d2-4fea-bfbd-696745544c73" providerId="ADAL" clId="{A94744D5-BA3E-419E-8173-63AE3A2B9618}" dt="2026-06-02T19:51:53.480" v="543" actId="2696"/>
        <pc:sldMkLst>
          <pc:docMk/>
          <pc:sldMk cId="0" sldId="270"/>
        </pc:sldMkLst>
        <pc:picChg chg="mod">
          <ac:chgData name="Saima Farooq" userId="bc220c47-35d2-4fea-bfbd-696745544c73" providerId="ADAL" clId="{A94744D5-BA3E-419E-8173-63AE3A2B9618}" dt="2026-06-02T19:22:44.451" v="390" actId="1076"/>
          <ac:picMkLst>
            <pc:docMk/>
            <pc:sldMk cId="0" sldId="270"/>
            <ac:picMk id="5" creationId="{00000000-0000-0000-0000-000000000000}"/>
          </ac:picMkLst>
        </pc:picChg>
      </pc:sldChg>
      <pc:sldChg chg="add del">
        <pc:chgData name="Saima Farooq" userId="bc220c47-35d2-4fea-bfbd-696745544c73" providerId="ADAL" clId="{A94744D5-BA3E-419E-8173-63AE3A2B9618}" dt="2026-06-02T17:45:12.590" v="136" actId="47"/>
        <pc:sldMkLst>
          <pc:docMk/>
          <pc:sldMk cId="0" sldId="271"/>
        </pc:sldMkLst>
      </pc:sldChg>
      <pc:sldChg chg="add del">
        <pc:chgData name="Saima Farooq" userId="bc220c47-35d2-4fea-bfbd-696745544c73" providerId="ADAL" clId="{A94744D5-BA3E-419E-8173-63AE3A2B9618}" dt="2026-06-02T17:45:12.590" v="136" actId="47"/>
        <pc:sldMkLst>
          <pc:docMk/>
          <pc:sldMk cId="0" sldId="272"/>
        </pc:sldMkLst>
      </pc:sldChg>
      <pc:sldChg chg="add del">
        <pc:chgData name="Saima Farooq" userId="bc220c47-35d2-4fea-bfbd-696745544c73" providerId="ADAL" clId="{A94744D5-BA3E-419E-8173-63AE3A2B9618}" dt="2026-06-02T17:45:12.590" v="136" actId="47"/>
        <pc:sldMkLst>
          <pc:docMk/>
          <pc:sldMk cId="0" sldId="273"/>
        </pc:sldMkLst>
      </pc:sldChg>
      <pc:sldChg chg="add del">
        <pc:chgData name="Saima Farooq" userId="bc220c47-35d2-4fea-bfbd-696745544c73" providerId="ADAL" clId="{A94744D5-BA3E-419E-8173-63AE3A2B9618}" dt="2026-06-02T17:45:12.590" v="136" actId="47"/>
        <pc:sldMkLst>
          <pc:docMk/>
          <pc:sldMk cId="0" sldId="274"/>
        </pc:sldMkLst>
      </pc:sldChg>
      <pc:sldChg chg="add del">
        <pc:chgData name="Saima Farooq" userId="bc220c47-35d2-4fea-bfbd-696745544c73" providerId="ADAL" clId="{A94744D5-BA3E-419E-8173-63AE3A2B9618}" dt="2026-06-02T17:45:12.590" v="136" actId="47"/>
        <pc:sldMkLst>
          <pc:docMk/>
          <pc:sldMk cId="0" sldId="275"/>
        </pc:sldMkLst>
      </pc:sldChg>
      <pc:sldChg chg="add del">
        <pc:chgData name="Saima Farooq" userId="bc220c47-35d2-4fea-bfbd-696745544c73" providerId="ADAL" clId="{A94744D5-BA3E-419E-8173-63AE3A2B9618}" dt="2026-06-02T17:45:12.590" v="136" actId="47"/>
        <pc:sldMkLst>
          <pc:docMk/>
          <pc:sldMk cId="0" sldId="276"/>
        </pc:sldMkLst>
      </pc:sldChg>
      <pc:sldChg chg="add del">
        <pc:chgData name="Saima Farooq" userId="bc220c47-35d2-4fea-bfbd-696745544c73" providerId="ADAL" clId="{A94744D5-BA3E-419E-8173-63AE3A2B9618}" dt="2026-06-02T17:45:12.590" v="136" actId="47"/>
        <pc:sldMkLst>
          <pc:docMk/>
          <pc:sldMk cId="0" sldId="277"/>
        </pc:sldMkLst>
      </pc:sldChg>
      <pc:sldChg chg="add del">
        <pc:chgData name="Saima Farooq" userId="bc220c47-35d2-4fea-bfbd-696745544c73" providerId="ADAL" clId="{A94744D5-BA3E-419E-8173-63AE3A2B9618}" dt="2026-06-02T17:45:12.590" v="136" actId="47"/>
        <pc:sldMkLst>
          <pc:docMk/>
          <pc:sldMk cId="0" sldId="278"/>
        </pc:sldMkLst>
      </pc:sldChg>
      <pc:sldChg chg="add del">
        <pc:chgData name="Saima Farooq" userId="bc220c47-35d2-4fea-bfbd-696745544c73" providerId="ADAL" clId="{A94744D5-BA3E-419E-8173-63AE3A2B9618}" dt="2026-06-02T17:45:12.590" v="136" actId="47"/>
        <pc:sldMkLst>
          <pc:docMk/>
          <pc:sldMk cId="0" sldId="279"/>
        </pc:sldMkLst>
      </pc:sldChg>
      <pc:sldChg chg="add del">
        <pc:chgData name="Saima Farooq" userId="bc220c47-35d2-4fea-bfbd-696745544c73" providerId="ADAL" clId="{A94744D5-BA3E-419E-8173-63AE3A2B9618}" dt="2026-06-02T17:45:12.590" v="136" actId="47"/>
        <pc:sldMkLst>
          <pc:docMk/>
          <pc:sldMk cId="0" sldId="281"/>
        </pc:sldMkLst>
      </pc:sldChg>
      <pc:sldChg chg="add del ord">
        <pc:chgData name="Saima Farooq" userId="bc220c47-35d2-4fea-bfbd-696745544c73" providerId="ADAL" clId="{A94744D5-BA3E-419E-8173-63AE3A2B9618}" dt="2026-06-02T18:42:59.202" v="301"/>
        <pc:sldMkLst>
          <pc:docMk/>
          <pc:sldMk cId="0" sldId="282"/>
        </pc:sldMkLst>
      </pc:sldChg>
      <pc:sldChg chg="addSp delSp modSp add del mod setBg">
        <pc:chgData name="Saima Farooq" userId="bc220c47-35d2-4fea-bfbd-696745544c73" providerId="ADAL" clId="{A94744D5-BA3E-419E-8173-63AE3A2B9618}" dt="2026-06-02T19:02:46.600" v="376" actId="20577"/>
        <pc:sldMkLst>
          <pc:docMk/>
          <pc:sldMk cId="0" sldId="283"/>
        </pc:sldMkLst>
        <pc:spChg chg="mod">
          <ac:chgData name="Saima Farooq" userId="bc220c47-35d2-4fea-bfbd-696745544c73" providerId="ADAL" clId="{A94744D5-BA3E-419E-8173-63AE3A2B9618}" dt="2026-06-02T19:01:15.510" v="370" actId="1076"/>
          <ac:spMkLst>
            <pc:docMk/>
            <pc:sldMk cId="0" sldId="283"/>
            <ac:spMk id="7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9:02:46.600" v="376" actId="20577"/>
          <ac:spMkLst>
            <pc:docMk/>
            <pc:sldMk cId="0" sldId="283"/>
            <ac:spMk id="9" creationId="{00000000-0000-0000-0000-000000000000}"/>
          </ac:spMkLst>
        </pc:spChg>
        <pc:spChg chg="del mod">
          <ac:chgData name="Saima Farooq" userId="bc220c47-35d2-4fea-bfbd-696745544c73" providerId="ADAL" clId="{A94744D5-BA3E-419E-8173-63AE3A2B9618}" dt="2026-06-02T19:01:09.151" v="368" actId="478"/>
          <ac:spMkLst>
            <pc:docMk/>
            <pc:sldMk cId="0" sldId="283"/>
            <ac:spMk id="10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9:00:30.300" v="361" actId="1076"/>
          <ac:spMkLst>
            <pc:docMk/>
            <pc:sldMk cId="0" sldId="283"/>
            <ac:spMk id="11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8:54:57.074" v="329"/>
          <ac:spMkLst>
            <pc:docMk/>
            <pc:sldMk cId="0" sldId="283"/>
            <ac:spMk id="13" creationId="{00000000-0000-0000-0000-000000000000}"/>
          </ac:spMkLst>
        </pc:spChg>
        <pc:spChg chg="mod">
          <ac:chgData name="Saima Farooq" userId="bc220c47-35d2-4fea-bfbd-696745544c73" providerId="ADAL" clId="{A94744D5-BA3E-419E-8173-63AE3A2B9618}" dt="2026-06-02T19:00:20.770" v="359" actId="1076"/>
          <ac:spMkLst>
            <pc:docMk/>
            <pc:sldMk cId="0" sldId="283"/>
            <ac:spMk id="14" creationId="{00000000-0000-0000-0000-000000000000}"/>
          </ac:spMkLst>
        </pc:spChg>
        <pc:spChg chg="add mod">
          <ac:chgData name="Saima Farooq" userId="bc220c47-35d2-4fea-bfbd-696745544c73" providerId="ADAL" clId="{A94744D5-BA3E-419E-8173-63AE3A2B9618}" dt="2026-06-02T19:02:24.141" v="375"/>
          <ac:spMkLst>
            <pc:docMk/>
            <pc:sldMk cId="0" sldId="283"/>
            <ac:spMk id="18" creationId="{8BB34F23-135E-5720-0EF4-EE0669A83630}"/>
          </ac:spMkLst>
        </pc:spChg>
        <pc:picChg chg="del mod">
          <ac:chgData name="Saima Farooq" userId="bc220c47-35d2-4fea-bfbd-696745544c73" providerId="ADAL" clId="{A94744D5-BA3E-419E-8173-63AE3A2B9618}" dt="2026-06-02T18:44:36.998" v="305" actId="478"/>
          <ac:picMkLst>
            <pc:docMk/>
            <pc:sldMk cId="0" sldId="283"/>
            <ac:picMk id="15" creationId="{00000000-0000-0000-0000-000000000000}"/>
          </ac:picMkLst>
        </pc:picChg>
      </pc:sldChg>
      <pc:sldChg chg="add ord setBg">
        <pc:chgData name="Saima Farooq" userId="bc220c47-35d2-4fea-bfbd-696745544c73" providerId="ADAL" clId="{A94744D5-BA3E-419E-8173-63AE3A2B9618}" dt="2026-06-02T18:46:00.525" v="308"/>
        <pc:sldMkLst>
          <pc:docMk/>
          <pc:sldMk cId="0" sldId="284"/>
        </pc:sldMkLst>
      </pc:sldChg>
      <pc:sldChg chg="add setBg">
        <pc:chgData name="Saima Farooq" userId="bc220c47-35d2-4fea-bfbd-696745544c73" providerId="ADAL" clId="{A94744D5-BA3E-419E-8173-63AE3A2B9618}" dt="2026-06-02T18:53:18.894" v="325"/>
        <pc:sldMkLst>
          <pc:docMk/>
          <pc:sldMk cId="0" sldId="285"/>
        </pc:sldMkLst>
      </pc:sldChg>
      <pc:sldChg chg="add del">
        <pc:chgData name="Saima Farooq" userId="bc220c47-35d2-4fea-bfbd-696745544c73" providerId="ADAL" clId="{A94744D5-BA3E-419E-8173-63AE3A2B9618}" dt="2026-06-02T17:45:12.590" v="136" actId="47"/>
        <pc:sldMkLst>
          <pc:docMk/>
          <pc:sldMk cId="56872138" sldId="285"/>
        </pc:sldMkLst>
      </pc:sldChg>
      <pc:sldChg chg="addSp delSp modSp add del mod setBg">
        <pc:chgData name="Saima Farooq" userId="bc220c47-35d2-4fea-bfbd-696745544c73" providerId="ADAL" clId="{A94744D5-BA3E-419E-8173-63AE3A2B9618}" dt="2026-06-02T19:13:27.747" v="383" actId="931"/>
        <pc:sldMkLst>
          <pc:docMk/>
          <pc:sldMk cId="0" sldId="286"/>
        </pc:sldMkLst>
        <pc:spChg chg="mod">
          <ac:chgData name="Saima Farooq" userId="bc220c47-35d2-4fea-bfbd-696745544c73" providerId="ADAL" clId="{A94744D5-BA3E-419E-8173-63AE3A2B9618}" dt="2026-06-02T19:08:54.621" v="380" actId="1076"/>
          <ac:spMkLst>
            <pc:docMk/>
            <pc:sldMk cId="0" sldId="286"/>
            <ac:spMk id="5" creationId="{00000000-0000-0000-0000-000000000000}"/>
          </ac:spMkLst>
        </pc:spChg>
        <pc:picChg chg="add del mod">
          <ac:chgData name="Saima Farooq" userId="bc220c47-35d2-4fea-bfbd-696745544c73" providerId="ADAL" clId="{A94744D5-BA3E-419E-8173-63AE3A2B9618}" dt="2026-06-02T19:13:27.747" v="383" actId="931"/>
          <ac:picMkLst>
            <pc:docMk/>
            <pc:sldMk cId="0" sldId="286"/>
            <ac:picMk id="167" creationId="{9E6E87B7-68FD-66C5-03DB-13481734F093}"/>
          </ac:picMkLst>
        </pc:picChg>
      </pc:sldChg>
      <pc:sldChg chg="add del setBg">
        <pc:chgData name="Saima Farooq" userId="bc220c47-35d2-4fea-bfbd-696745544c73" providerId="ADAL" clId="{A94744D5-BA3E-419E-8173-63AE3A2B9618}" dt="2026-06-02T17:45:09.600" v="135"/>
        <pc:sldMkLst>
          <pc:docMk/>
          <pc:sldMk cId="0" sldId="287"/>
        </pc:sldMkLst>
      </pc:sldChg>
      <pc:sldChg chg="addSp delSp modSp new mod">
        <pc:chgData name="Saima Farooq" userId="bc220c47-35d2-4fea-bfbd-696745544c73" providerId="ADAL" clId="{A94744D5-BA3E-419E-8173-63AE3A2B9618}" dt="2026-06-02T19:51:11.535" v="542" actId="207"/>
        <pc:sldMkLst>
          <pc:docMk/>
          <pc:sldMk cId="68991708" sldId="287"/>
        </pc:sldMkLst>
        <pc:spChg chg="add del mod">
          <ac:chgData name="Saima Farooq" userId="bc220c47-35d2-4fea-bfbd-696745544c73" providerId="ADAL" clId="{A94744D5-BA3E-419E-8173-63AE3A2B9618}" dt="2026-06-02T19:47:19.180" v="490" actId="478"/>
          <ac:spMkLst>
            <pc:docMk/>
            <pc:sldMk cId="68991708" sldId="287"/>
            <ac:spMk id="4" creationId="{015705BA-3E4A-A8DB-2145-A730D74E0CDD}"/>
          </ac:spMkLst>
        </pc:spChg>
        <pc:spChg chg="add del mod">
          <ac:chgData name="Saima Farooq" userId="bc220c47-35d2-4fea-bfbd-696745544c73" providerId="ADAL" clId="{A94744D5-BA3E-419E-8173-63AE3A2B9618}" dt="2026-06-02T19:47:19.180" v="490" actId="478"/>
          <ac:spMkLst>
            <pc:docMk/>
            <pc:sldMk cId="68991708" sldId="287"/>
            <ac:spMk id="5" creationId="{ED73705B-EBE2-DA08-8EE3-320BCEA43766}"/>
          </ac:spMkLst>
        </pc:spChg>
        <pc:spChg chg="mod">
          <ac:chgData name="Saima Farooq" userId="bc220c47-35d2-4fea-bfbd-696745544c73" providerId="ADAL" clId="{A94744D5-BA3E-419E-8173-63AE3A2B9618}" dt="2026-06-02T19:37:30.309" v="424" actId="20577"/>
          <ac:spMkLst>
            <pc:docMk/>
            <pc:sldMk cId="68991708" sldId="287"/>
            <ac:spMk id="6" creationId="{F63DED3E-0E35-3679-4F85-9E57AAA7E77F}"/>
          </ac:spMkLst>
        </pc:spChg>
        <pc:spChg chg="add del mod">
          <ac:chgData name="Saima Farooq" userId="bc220c47-35d2-4fea-bfbd-696745544c73" providerId="ADAL" clId="{A94744D5-BA3E-419E-8173-63AE3A2B9618}" dt="2026-06-02T19:47:19.180" v="490" actId="478"/>
          <ac:spMkLst>
            <pc:docMk/>
            <pc:sldMk cId="68991708" sldId="287"/>
            <ac:spMk id="7" creationId="{82FF3F87-79BE-1981-E9E9-96A5E0F075A5}"/>
          </ac:spMkLst>
        </pc:spChg>
        <pc:spChg chg="add del mod">
          <ac:chgData name="Saima Farooq" userId="bc220c47-35d2-4fea-bfbd-696745544c73" providerId="ADAL" clId="{A94744D5-BA3E-419E-8173-63AE3A2B9618}" dt="2026-06-02T19:47:19.180" v="490" actId="478"/>
          <ac:spMkLst>
            <pc:docMk/>
            <pc:sldMk cId="68991708" sldId="287"/>
            <ac:spMk id="8" creationId="{950F66A7-D0EE-8CFD-10D7-94065DC11EAC}"/>
          </ac:spMkLst>
        </pc:spChg>
        <pc:spChg chg="add del mod">
          <ac:chgData name="Saima Farooq" userId="bc220c47-35d2-4fea-bfbd-696745544c73" providerId="ADAL" clId="{A94744D5-BA3E-419E-8173-63AE3A2B9618}" dt="2026-06-02T19:47:19.180" v="490" actId="478"/>
          <ac:spMkLst>
            <pc:docMk/>
            <pc:sldMk cId="68991708" sldId="287"/>
            <ac:spMk id="9" creationId="{08D9E496-0B38-EF0E-7AEF-272831C0094B}"/>
          </ac:spMkLst>
        </pc:spChg>
        <pc:spChg chg="add del mod">
          <ac:chgData name="Saima Farooq" userId="bc220c47-35d2-4fea-bfbd-696745544c73" providerId="ADAL" clId="{A94744D5-BA3E-419E-8173-63AE3A2B9618}" dt="2026-06-02T19:47:19.180" v="490" actId="478"/>
          <ac:spMkLst>
            <pc:docMk/>
            <pc:sldMk cId="68991708" sldId="287"/>
            <ac:spMk id="10" creationId="{B910EE79-B34B-E6F1-2239-964AD64E09D0}"/>
          </ac:spMkLst>
        </pc:spChg>
        <pc:spChg chg="add del mod">
          <ac:chgData name="Saima Farooq" userId="bc220c47-35d2-4fea-bfbd-696745544c73" providerId="ADAL" clId="{A94744D5-BA3E-419E-8173-63AE3A2B9618}" dt="2026-06-02T19:47:19.180" v="490" actId="478"/>
          <ac:spMkLst>
            <pc:docMk/>
            <pc:sldMk cId="68991708" sldId="287"/>
            <ac:spMk id="11" creationId="{2080F3D4-49AE-AB38-6227-8C273B240340}"/>
          </ac:spMkLst>
        </pc:spChg>
        <pc:spChg chg="add del mod">
          <ac:chgData name="Saima Farooq" userId="bc220c47-35d2-4fea-bfbd-696745544c73" providerId="ADAL" clId="{A94744D5-BA3E-419E-8173-63AE3A2B9618}" dt="2026-06-02T19:47:19.180" v="490" actId="478"/>
          <ac:spMkLst>
            <pc:docMk/>
            <pc:sldMk cId="68991708" sldId="287"/>
            <ac:spMk id="12" creationId="{3E36857A-F9B2-D8A6-DFD4-A36B9B87D4D7}"/>
          </ac:spMkLst>
        </pc:spChg>
        <pc:spChg chg="add del mod">
          <ac:chgData name="Saima Farooq" userId="bc220c47-35d2-4fea-bfbd-696745544c73" providerId="ADAL" clId="{A94744D5-BA3E-419E-8173-63AE3A2B9618}" dt="2026-06-02T19:47:19.180" v="490" actId="478"/>
          <ac:spMkLst>
            <pc:docMk/>
            <pc:sldMk cId="68991708" sldId="287"/>
            <ac:spMk id="14" creationId="{2310AD03-1B87-23F6-2BE6-C2F0428734EA}"/>
          </ac:spMkLst>
        </pc:spChg>
        <pc:spChg chg="add del mod">
          <ac:chgData name="Saima Farooq" userId="bc220c47-35d2-4fea-bfbd-696745544c73" providerId="ADAL" clId="{A94744D5-BA3E-419E-8173-63AE3A2B9618}" dt="2026-06-02T19:47:19.180" v="490" actId="478"/>
          <ac:spMkLst>
            <pc:docMk/>
            <pc:sldMk cId="68991708" sldId="287"/>
            <ac:spMk id="15" creationId="{BA23009E-3E48-C9D2-899C-BDE4EE800FE9}"/>
          </ac:spMkLst>
        </pc:spChg>
        <pc:spChg chg="add del mod">
          <ac:chgData name="Saima Farooq" userId="bc220c47-35d2-4fea-bfbd-696745544c73" providerId="ADAL" clId="{A94744D5-BA3E-419E-8173-63AE3A2B9618}" dt="2026-06-02T19:48:18.486" v="500" actId="478"/>
          <ac:spMkLst>
            <pc:docMk/>
            <pc:sldMk cId="68991708" sldId="287"/>
            <ac:spMk id="16" creationId="{F5C2BA71-0E1B-E0E6-806B-F5B130AF7F28}"/>
          </ac:spMkLst>
        </pc:spChg>
        <pc:spChg chg="add del mod">
          <ac:chgData name="Saima Farooq" userId="bc220c47-35d2-4fea-bfbd-696745544c73" providerId="ADAL" clId="{A94744D5-BA3E-419E-8173-63AE3A2B9618}" dt="2026-06-02T19:48:08.687" v="498" actId="478"/>
          <ac:spMkLst>
            <pc:docMk/>
            <pc:sldMk cId="68991708" sldId="287"/>
            <ac:spMk id="17" creationId="{61A9A993-9E32-6A1D-053E-76B273405FE9}"/>
          </ac:spMkLst>
        </pc:spChg>
        <pc:spChg chg="add del mod">
          <ac:chgData name="Saima Farooq" userId="bc220c47-35d2-4fea-bfbd-696745544c73" providerId="ADAL" clId="{A94744D5-BA3E-419E-8173-63AE3A2B9618}" dt="2026-06-02T19:48:08.687" v="498" actId="478"/>
          <ac:spMkLst>
            <pc:docMk/>
            <pc:sldMk cId="68991708" sldId="287"/>
            <ac:spMk id="18" creationId="{95D6A1C7-6695-DA5D-0B4A-9AE4B2A75FC9}"/>
          </ac:spMkLst>
        </pc:spChg>
        <pc:spChg chg="add del mod">
          <ac:chgData name="Saima Farooq" userId="bc220c47-35d2-4fea-bfbd-696745544c73" providerId="ADAL" clId="{A94744D5-BA3E-419E-8173-63AE3A2B9618}" dt="2026-06-02T19:48:08.687" v="498" actId="478"/>
          <ac:spMkLst>
            <pc:docMk/>
            <pc:sldMk cId="68991708" sldId="287"/>
            <ac:spMk id="19" creationId="{A2A5E1EF-91C6-70D5-08A9-C1DCA230CFEE}"/>
          </ac:spMkLst>
        </pc:spChg>
        <pc:spChg chg="del mod">
          <ac:chgData name="Saima Farooq" userId="bc220c47-35d2-4fea-bfbd-696745544c73" providerId="ADAL" clId="{A94744D5-BA3E-419E-8173-63AE3A2B9618}" dt="2026-06-02T19:48:18.486" v="500" actId="478"/>
          <ac:spMkLst>
            <pc:docMk/>
            <pc:sldMk cId="68991708" sldId="287"/>
            <ac:spMk id="20" creationId="{75AF1B9C-12B1-74DF-4EB6-9A66DB86A590}"/>
          </ac:spMkLst>
        </pc:spChg>
        <pc:spChg chg="del mod">
          <ac:chgData name="Saima Farooq" userId="bc220c47-35d2-4fea-bfbd-696745544c73" providerId="ADAL" clId="{A94744D5-BA3E-419E-8173-63AE3A2B9618}" dt="2026-06-02T19:48:08.687" v="498" actId="478"/>
          <ac:spMkLst>
            <pc:docMk/>
            <pc:sldMk cId="68991708" sldId="287"/>
            <ac:spMk id="21" creationId="{F574B295-0D3C-FCC4-313F-7C09A1C52EEA}"/>
          </ac:spMkLst>
        </pc:spChg>
        <pc:spChg chg="add del mod">
          <ac:chgData name="Saima Farooq" userId="bc220c47-35d2-4fea-bfbd-696745544c73" providerId="ADAL" clId="{A94744D5-BA3E-419E-8173-63AE3A2B9618}" dt="2026-06-02T19:48:08.687" v="498" actId="478"/>
          <ac:spMkLst>
            <pc:docMk/>
            <pc:sldMk cId="68991708" sldId="287"/>
            <ac:spMk id="22" creationId="{22A520E1-E3CA-01D0-84D3-ED610AB62177}"/>
          </ac:spMkLst>
        </pc:spChg>
        <pc:spChg chg="add del mod">
          <ac:chgData name="Saima Farooq" userId="bc220c47-35d2-4fea-bfbd-696745544c73" providerId="ADAL" clId="{A94744D5-BA3E-419E-8173-63AE3A2B9618}" dt="2026-06-02T19:48:08.687" v="498" actId="478"/>
          <ac:spMkLst>
            <pc:docMk/>
            <pc:sldMk cId="68991708" sldId="287"/>
            <ac:spMk id="23" creationId="{0E2FDDA6-D7BB-0A8D-10C0-24F87FC4CDC2}"/>
          </ac:spMkLst>
        </pc:spChg>
        <pc:spChg chg="add del mod">
          <ac:chgData name="Saima Farooq" userId="bc220c47-35d2-4fea-bfbd-696745544c73" providerId="ADAL" clId="{A94744D5-BA3E-419E-8173-63AE3A2B9618}" dt="2026-06-02T19:48:18.486" v="500" actId="478"/>
          <ac:spMkLst>
            <pc:docMk/>
            <pc:sldMk cId="68991708" sldId="287"/>
            <ac:spMk id="24" creationId="{ED6CD008-EEF5-892F-4B61-46DAFC13281F}"/>
          </ac:spMkLst>
        </pc:spChg>
        <pc:spChg chg="add del mod">
          <ac:chgData name="Saima Farooq" userId="bc220c47-35d2-4fea-bfbd-696745544c73" providerId="ADAL" clId="{A94744D5-BA3E-419E-8173-63AE3A2B9618}" dt="2026-06-02T19:48:08.687" v="498" actId="478"/>
          <ac:spMkLst>
            <pc:docMk/>
            <pc:sldMk cId="68991708" sldId="287"/>
            <ac:spMk id="25" creationId="{E506F54A-EDF7-A6CA-DABB-F71049DE5649}"/>
          </ac:spMkLst>
        </pc:spChg>
        <pc:spChg chg="add del mod">
          <ac:chgData name="Saima Farooq" userId="bc220c47-35d2-4fea-bfbd-696745544c73" providerId="ADAL" clId="{A94744D5-BA3E-419E-8173-63AE3A2B9618}" dt="2026-06-02T19:48:08.687" v="498" actId="478"/>
          <ac:spMkLst>
            <pc:docMk/>
            <pc:sldMk cId="68991708" sldId="287"/>
            <ac:spMk id="26" creationId="{9022F227-F2DD-9D68-8078-282A74CD34E5}"/>
          </ac:spMkLst>
        </pc:spChg>
        <pc:spChg chg="add del mod">
          <ac:chgData name="Saima Farooq" userId="bc220c47-35d2-4fea-bfbd-696745544c73" providerId="ADAL" clId="{A94744D5-BA3E-419E-8173-63AE3A2B9618}" dt="2026-06-02T19:48:08.687" v="498" actId="478"/>
          <ac:spMkLst>
            <pc:docMk/>
            <pc:sldMk cId="68991708" sldId="287"/>
            <ac:spMk id="27" creationId="{A2FDE74C-7FB4-7A57-EB53-0A8D1B1977FE}"/>
          </ac:spMkLst>
        </pc:spChg>
        <pc:spChg chg="add mod">
          <ac:chgData name="Saima Farooq" userId="bc220c47-35d2-4fea-bfbd-696745544c73" providerId="ADAL" clId="{A94744D5-BA3E-419E-8173-63AE3A2B9618}" dt="2026-06-02T19:49:27.327" v="503" actId="14100"/>
          <ac:spMkLst>
            <pc:docMk/>
            <pc:sldMk cId="68991708" sldId="287"/>
            <ac:spMk id="28" creationId="{BEFE5C8A-2D64-D773-B2AB-BD629DA8A9B1}"/>
          </ac:spMkLst>
        </pc:spChg>
        <pc:spChg chg="add mod">
          <ac:chgData name="Saima Farooq" userId="bc220c47-35d2-4fea-bfbd-696745544c73" providerId="ADAL" clId="{A94744D5-BA3E-419E-8173-63AE3A2B9618}" dt="2026-06-02T19:49:27.327" v="503" actId="14100"/>
          <ac:spMkLst>
            <pc:docMk/>
            <pc:sldMk cId="68991708" sldId="287"/>
            <ac:spMk id="30" creationId="{ED0EC478-207B-4C50-3D07-6D4348B79EE9}"/>
          </ac:spMkLst>
        </pc:spChg>
        <pc:spChg chg="add mod">
          <ac:chgData name="Saima Farooq" userId="bc220c47-35d2-4fea-bfbd-696745544c73" providerId="ADAL" clId="{A94744D5-BA3E-419E-8173-63AE3A2B9618}" dt="2026-06-02T19:49:27.327" v="503" actId="14100"/>
          <ac:spMkLst>
            <pc:docMk/>
            <pc:sldMk cId="68991708" sldId="287"/>
            <ac:spMk id="31" creationId="{5AFF7D81-F6A5-A1CA-5294-AAA95AA1838E}"/>
          </ac:spMkLst>
        </pc:spChg>
        <pc:spChg chg="add mod">
          <ac:chgData name="Saima Farooq" userId="bc220c47-35d2-4fea-bfbd-696745544c73" providerId="ADAL" clId="{A94744D5-BA3E-419E-8173-63AE3A2B9618}" dt="2026-06-02T19:49:27.327" v="503" actId="14100"/>
          <ac:spMkLst>
            <pc:docMk/>
            <pc:sldMk cId="68991708" sldId="287"/>
            <ac:spMk id="33" creationId="{F019671B-37A2-23E0-09D8-7B77EFE09185}"/>
          </ac:spMkLst>
        </pc:spChg>
        <pc:spChg chg="add mod">
          <ac:chgData name="Saima Farooq" userId="bc220c47-35d2-4fea-bfbd-696745544c73" providerId="ADAL" clId="{A94744D5-BA3E-419E-8173-63AE3A2B9618}" dt="2026-06-02T19:49:27.327" v="503" actId="14100"/>
          <ac:spMkLst>
            <pc:docMk/>
            <pc:sldMk cId="68991708" sldId="287"/>
            <ac:spMk id="34" creationId="{85F01E80-475F-229C-0A95-9063923FCFDD}"/>
          </ac:spMkLst>
        </pc:spChg>
        <pc:spChg chg="add mod">
          <ac:chgData name="Saima Farooq" userId="bc220c47-35d2-4fea-bfbd-696745544c73" providerId="ADAL" clId="{A94744D5-BA3E-419E-8173-63AE3A2B9618}" dt="2026-06-02T19:49:27.327" v="503" actId="14100"/>
          <ac:spMkLst>
            <pc:docMk/>
            <pc:sldMk cId="68991708" sldId="287"/>
            <ac:spMk id="35" creationId="{04FCD335-E56B-1B20-5C30-3298D0BC8F9F}"/>
          </ac:spMkLst>
        </pc:spChg>
        <pc:spChg chg="add mod">
          <ac:chgData name="Saima Farooq" userId="bc220c47-35d2-4fea-bfbd-696745544c73" providerId="ADAL" clId="{A94744D5-BA3E-419E-8173-63AE3A2B9618}" dt="2026-06-02T19:49:27.327" v="503" actId="14100"/>
          <ac:spMkLst>
            <pc:docMk/>
            <pc:sldMk cId="68991708" sldId="287"/>
            <ac:spMk id="36" creationId="{8107B911-648D-3ED5-9B6C-1D57BEE08087}"/>
          </ac:spMkLst>
        </pc:spChg>
        <pc:spChg chg="add mod">
          <ac:chgData name="Saima Farooq" userId="bc220c47-35d2-4fea-bfbd-696745544c73" providerId="ADAL" clId="{A94744D5-BA3E-419E-8173-63AE3A2B9618}" dt="2026-06-02T19:49:27.327" v="503" actId="14100"/>
          <ac:spMkLst>
            <pc:docMk/>
            <pc:sldMk cId="68991708" sldId="287"/>
            <ac:spMk id="37" creationId="{E62CFA94-4696-4A59-3560-8F05FE0A90E3}"/>
          </ac:spMkLst>
        </pc:spChg>
        <pc:spChg chg="add mod">
          <ac:chgData name="Saima Farooq" userId="bc220c47-35d2-4fea-bfbd-696745544c73" providerId="ADAL" clId="{A94744D5-BA3E-419E-8173-63AE3A2B9618}" dt="2026-06-02T19:49:27.327" v="503" actId="14100"/>
          <ac:spMkLst>
            <pc:docMk/>
            <pc:sldMk cId="68991708" sldId="287"/>
            <ac:spMk id="38" creationId="{908327E0-454E-C90C-B1EA-A244BED158D1}"/>
          </ac:spMkLst>
        </pc:spChg>
        <pc:spChg chg="add mod">
          <ac:chgData name="Saima Farooq" userId="bc220c47-35d2-4fea-bfbd-696745544c73" providerId="ADAL" clId="{A94744D5-BA3E-419E-8173-63AE3A2B9618}" dt="2026-06-02T19:49:27.327" v="503" actId="14100"/>
          <ac:spMkLst>
            <pc:docMk/>
            <pc:sldMk cId="68991708" sldId="287"/>
            <ac:spMk id="39" creationId="{4BC7846F-62CA-8702-56CC-6F0E92D2F152}"/>
          </ac:spMkLst>
        </pc:spChg>
        <pc:spChg chg="add mod">
          <ac:chgData name="Saima Farooq" userId="bc220c47-35d2-4fea-bfbd-696745544c73" providerId="ADAL" clId="{A94744D5-BA3E-419E-8173-63AE3A2B9618}" dt="2026-06-02T19:51:11.535" v="542" actId="207"/>
          <ac:spMkLst>
            <pc:docMk/>
            <pc:sldMk cId="68991708" sldId="287"/>
            <ac:spMk id="40" creationId="{DD32D53B-71E3-A2C4-B5CC-9A9543F5DA78}"/>
          </ac:spMkLst>
        </pc:spChg>
        <pc:picChg chg="add mod">
          <ac:chgData name="Saima Farooq" userId="bc220c47-35d2-4fea-bfbd-696745544c73" providerId="ADAL" clId="{A94744D5-BA3E-419E-8173-63AE3A2B9618}" dt="2026-06-02T19:49:33.658" v="504" actId="1076"/>
          <ac:picMkLst>
            <pc:docMk/>
            <pc:sldMk cId="68991708" sldId="287"/>
            <ac:picMk id="3" creationId="{BFA4CE11-C9AE-6B07-7188-897B671632A2}"/>
          </ac:picMkLst>
        </pc:picChg>
      </pc:sldChg>
      <pc:sldMasterChg chg="addSldLayout delSldLayout">
        <pc:chgData name="Saima Farooq" userId="bc220c47-35d2-4fea-bfbd-696745544c73" providerId="ADAL" clId="{A94744D5-BA3E-419E-8173-63AE3A2B9618}" dt="2026-06-02T17:46:45.951" v="139" actId="47"/>
        <pc:sldMasterMkLst>
          <pc:docMk/>
          <pc:sldMasterMk cId="2945952314" sldId="2147483648"/>
        </pc:sldMasterMkLst>
        <pc:sldLayoutChg chg="add del">
          <pc:chgData name="Saima Farooq" userId="bc220c47-35d2-4fea-bfbd-696745544c73" providerId="ADAL" clId="{A94744D5-BA3E-419E-8173-63AE3A2B9618}" dt="2026-06-02T17:45:12.590" v="136" actId="47"/>
          <pc:sldLayoutMkLst>
            <pc:docMk/>
            <pc:sldMasterMk cId="2945952314" sldId="2147483648"/>
            <pc:sldLayoutMk cId="2087261418" sldId="2147483660"/>
          </pc:sldLayoutMkLst>
        </pc:sldLayoutChg>
        <pc:sldLayoutChg chg="del">
          <pc:chgData name="Saima Farooq" userId="bc220c47-35d2-4fea-bfbd-696745544c73" providerId="ADAL" clId="{A94744D5-BA3E-419E-8173-63AE3A2B9618}" dt="2026-06-02T17:46:45.951" v="139" actId="47"/>
          <pc:sldLayoutMkLst>
            <pc:docMk/>
            <pc:sldMasterMk cId="2945952314" sldId="2147483648"/>
            <pc:sldLayoutMk cId="3526674277" sldId="2147483660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ViT-B/16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Accuracy</c:v>
                </c:pt>
                <c:pt idx="1">
                  <c:v>Balanced Acc.</c:v>
                </c:pt>
                <c:pt idx="2">
                  <c:v>Macro F1</c:v>
                </c:pt>
                <c:pt idx="3">
                  <c:v>Macro Prec.</c:v>
                </c:pt>
                <c:pt idx="4">
                  <c:v>Macro Recall</c:v>
                </c:pt>
                <c:pt idx="5">
                  <c:v>AUC-ROC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82.63</c:v>
                </c:pt>
                <c:pt idx="1">
                  <c:v>83.93</c:v>
                </c:pt>
                <c:pt idx="2">
                  <c:v>77.599999999999994</c:v>
                </c:pt>
                <c:pt idx="3">
                  <c:v>79</c:v>
                </c:pt>
                <c:pt idx="4">
                  <c:v>80</c:v>
                </c:pt>
                <c:pt idx="5">
                  <c:v>93.8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9E-4EB7-986C-4C4C2D3FEF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MobileNetV3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Accuracy</c:v>
                </c:pt>
                <c:pt idx="1">
                  <c:v>Balanced Acc.</c:v>
                </c:pt>
                <c:pt idx="2">
                  <c:v>Macro F1</c:v>
                </c:pt>
                <c:pt idx="3">
                  <c:v>Macro Prec.</c:v>
                </c:pt>
                <c:pt idx="4">
                  <c:v>Macro Recall</c:v>
                </c:pt>
                <c:pt idx="5">
                  <c:v>AUC-ROC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50.29</c:v>
                </c:pt>
                <c:pt idx="1">
                  <c:v>71.67</c:v>
                </c:pt>
                <c:pt idx="2">
                  <c:v>44.6</c:v>
                </c:pt>
                <c:pt idx="3">
                  <c:v>53</c:v>
                </c:pt>
                <c:pt idx="4">
                  <c:v>56</c:v>
                </c:pt>
                <c:pt idx="5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9E-4EB7-986C-4C4C2D3FEF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7A983-FCF8-4D4E-BF86-20F925B3CCAA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A69A4-7016-4A64-A2F9-B682367C3D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9709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8650C-8EB3-D01B-85F6-1F070A573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C8AFD-0113-C77A-28CA-2B86E42F4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34FC9-14BB-2614-AD00-C2EE5432B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1AFAF-9819-E713-3889-E7ABC333AB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3562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9ABF5-F4F0-50DD-2907-D92DDE055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91C52D-AEA8-A166-8BAF-8706A9DE5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51025-0757-C1DD-BFE3-47952B78E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18689-0323-4ADD-8212-DF1FFA0C005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FDC03-8F61-4DDE-3D17-654D54D50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75435-E453-8A3A-E79E-9B065F6B4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94E86-242A-4583-B114-74A3D55AF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4963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F0436-7321-DDF5-6E50-752098230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9FF74-1589-6FE1-9FFE-59D4E526E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FB4E2-23FF-5AB8-82B3-79E5F90D1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18689-0323-4ADD-8212-DF1FFA0C005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24B03-F5DD-7460-889D-D0B814AAC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C35B7-F91A-0410-779F-17585CADC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94E86-242A-4583-B114-74A3D55AF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855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3244-E4E5-214A-1231-7D4E68082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21410-92F8-10E1-0D79-875F3F7B9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4CEC9-745D-57B7-32F4-7A7B652B3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18689-0323-4ADD-8212-DF1FFA0C005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3FA73-8BBA-C399-26D0-DFB6162CB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C20D6-CF15-DF72-555D-F51D0666D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94E86-242A-4583-B114-74A3D55AF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7770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BDEC7-8008-7159-D82E-C7A64D6E4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1D24E-8C59-C3AE-558E-8EFC4564AB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FA781-CD13-AA2A-BD18-13BFE5F38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644B8-5636-166E-324D-0035C70F2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18689-0323-4ADD-8212-DF1FFA0C005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F8F3B-074C-B10C-31E9-4808CCABF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B6767-1473-B65F-50A9-9F3D5957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94E86-242A-4583-B114-74A3D55AF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856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6439-FE5E-BC60-BAC4-75DC124CA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F3B29-5641-B8CE-528C-8F5E47C17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AD3-0D30-7476-F34C-DFD28275C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1DCAFF-3E8C-497E-F03F-A0DD192C1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BED5CE-341F-4773-8537-D3A17DD7D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300C93-21DA-3B24-5276-4CC4328F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18689-0323-4ADD-8212-DF1FFA0C005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3307FD-4C59-008A-8305-5FEDA6B5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B269D-ACA8-CFF0-ACBF-060E45B8E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94E86-242A-4583-B114-74A3D55AF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8946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E87E9-371D-59AF-2717-053BDDDDD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EE1829-FF19-26FE-267C-A9565A1D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18689-0323-4ADD-8212-DF1FFA0C005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D80D38-37DE-2AAE-D4A4-0B4EC2258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E168E-B7CC-090A-7E26-D8D0928D3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94E86-242A-4583-B114-74A3D55AF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497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849D9-0152-A82A-7572-D8643B02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18689-0323-4ADD-8212-DF1FFA0C005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2B5068-BECC-7184-ED35-BBA23A3D4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AA6EB-3240-0BE2-2DFF-FCC8A587A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94E86-242A-4583-B114-74A3D55AF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75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72971-04DB-2A30-6738-F0682068E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F24C9-6C07-16B1-307E-A4984D56A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DC32E-1C38-711F-C75D-46692CF99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48EE2-6873-E51D-9FA5-0ADD38C79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18689-0323-4ADD-8212-DF1FFA0C005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CE5A2-79F0-3018-A0F6-BB7C0B2B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632C6-A3E9-FC9D-6AF5-7469EB165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94E86-242A-4583-B114-74A3D55AF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7470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FE429-8E38-E26C-E228-362482D8B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EAA75-8686-4E58-F1BD-0E328DBFE8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20B39-7F60-77DA-4DD0-3BBCCE9E9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6FE77-60EE-5E5A-2247-E7ADBC3DF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18689-0323-4ADD-8212-DF1FFA0C005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3DC17-2E0F-F426-0529-2AFEA2817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92AD0-38A0-B374-E47E-579CECB48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94E86-242A-4583-B114-74A3D55AF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173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33E9B-D93F-7759-3B8F-B5933335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6A359-97A2-F336-4AED-8DBE0C1AA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61538-1875-FDE3-3B68-5A0E6CB0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18689-0323-4ADD-8212-DF1FFA0C005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8C4D4-1D21-0E1B-4390-CEAA7D774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193B3-A111-5117-733B-601F54569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94E86-242A-4583-B114-74A3D55AF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831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FD20A6-AAFB-425D-4CBA-6257D3B3E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CA4DF-CD7F-3775-22F9-2F26F17BC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D06F8-9438-AA52-8C4E-8EE243FFA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18689-0323-4ADD-8212-DF1FFA0C005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DE41A-7B3C-098C-B249-525C5CD3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6F752-6846-92CD-D712-61C9F36CA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94E86-242A-4583-B114-74A3D55AF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3604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70492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482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DFA61D-A66E-1554-9A85-8741EF320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17E5C-3A38-90BE-984A-6A15CADA5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7B053-55E6-3FF9-4657-ACD73AFC7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18689-0323-4ADD-8212-DF1FFA0C0052}" type="datetimeFigureOut">
              <a:rPr lang="en-AU" smtClean="0"/>
              <a:t>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65CB0-F858-0140-6DC6-33CF7B916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05678-AC94-313B-0310-FCEEA4D59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294E86-242A-4583-B114-74A3D55AFE2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595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530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pPr defTabSz="1219170"/>
            <a:endParaRPr lang="en-AU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19456" y="0"/>
            <a:ext cx="11972544" cy="8534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pPr defTabSz="1219170"/>
            <a:endParaRPr lang="en-AU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426720"/>
            <a:ext cx="1121664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>
              <a:lnSpc>
                <a:spcPct val="120000"/>
              </a:lnSpc>
            </a:pPr>
            <a:r>
              <a:rPr lang="en-US" sz="41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Dermoscopic Lesion Classification</a:t>
            </a:r>
            <a:endParaRPr lang="en-US" sz="41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ct val="120000"/>
              </a:lnSpc>
            </a:pPr>
            <a:r>
              <a:rPr lang="en-US" sz="41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Vision Transformers</a:t>
            </a:r>
            <a:endParaRPr lang="en-US" sz="4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2064" y="2901696"/>
            <a:ext cx="1121664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i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: </a:t>
            </a:r>
            <a:r>
              <a:rPr lang="en-US" i="1" dirty="0" err="1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r>
              <a:rPr lang="en-US" i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-B/16    MobileNetV3-Large  ·  ISIC Archive 2019  ·  8 Diagnostic Classes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2064" y="3511296"/>
            <a:ext cx="11216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F8C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evaluation: Accuracy · Precision · Recall · F1 · AUC-ROC · Confusion Matrix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3296" y="4328160"/>
            <a:ext cx="2657856" cy="1975104"/>
          </a:xfrm>
          <a:prstGeom prst="rect">
            <a:avLst/>
          </a:prstGeom>
          <a:solidFill>
            <a:srgbClr val="1A6B4A">
              <a:alpha val="80000"/>
            </a:srgbClr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AU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3296" y="4413504"/>
            <a:ext cx="265785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4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25,331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3296" y="5266944"/>
            <a:ext cx="265785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00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ISIC 2019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400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52800" y="4328160"/>
            <a:ext cx="2657856" cy="1975104"/>
          </a:xfrm>
          <a:prstGeom prst="rect">
            <a:avLst/>
          </a:prstGeom>
          <a:solidFill>
            <a:srgbClr val="1A6B4A">
              <a:alpha val="80000"/>
            </a:srgbClr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AU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52800" y="4413504"/>
            <a:ext cx="265785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4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52800" y="5266944"/>
            <a:ext cx="265785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00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400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42304" y="4328160"/>
            <a:ext cx="2657856" cy="1975104"/>
          </a:xfrm>
          <a:prstGeom prst="rect">
            <a:avLst/>
          </a:prstGeom>
          <a:solidFill>
            <a:srgbClr val="1A6B4A">
              <a:alpha val="80000"/>
            </a:srgbClr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AU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42304" y="4413504"/>
            <a:ext cx="265785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4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82.6 %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42304" y="5266944"/>
            <a:ext cx="265785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00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400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31808" y="4328160"/>
            <a:ext cx="2657856" cy="1975104"/>
          </a:xfrm>
          <a:prstGeom prst="rect">
            <a:avLst/>
          </a:prstGeom>
          <a:solidFill>
            <a:srgbClr val="1A6B4A">
              <a:alpha val="80000"/>
            </a:srgbClr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AU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31808" y="4413504"/>
            <a:ext cx="265785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34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54:1</a:t>
            </a:r>
            <a:endParaRPr lang="en-US" sz="3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31808" y="5266944"/>
            <a:ext cx="265785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00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1219170"/>
            <a:r>
              <a:rPr lang="en-US" sz="1400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2064" y="6510528"/>
            <a:ext cx="112166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Deep Learning  ·  Vision Transformers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3" name="Shape 1"/>
          <p:cNvSpPr/>
          <p:nvPr/>
        </p:nvSpPr>
        <p:spPr>
          <a:xfrm>
            <a:off x="0" y="877824"/>
            <a:ext cx="12192000" cy="60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4" name="Text 2"/>
          <p:cNvSpPr/>
          <p:nvPr/>
        </p:nvSpPr>
        <p:spPr>
          <a:xfrm>
            <a:off x="426720" y="121920"/>
            <a:ext cx="113385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— What Is This Study About?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26720" y="1097280"/>
            <a:ext cx="5486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426720" y="1645920"/>
            <a:ext cx="55473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▶"/>
            </a:pPr>
            <a:r>
              <a:rPr lang="en-US" sz="15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cancer kills thousands every year — early detection saves lives.</a:t>
            </a:r>
            <a:endParaRPr lang="en-US" sz="1533" dirty="0"/>
          </a:p>
        </p:txBody>
      </p:sp>
      <p:sp>
        <p:nvSpPr>
          <p:cNvPr id="7" name="Text 5"/>
          <p:cNvSpPr/>
          <p:nvPr/>
        </p:nvSpPr>
        <p:spPr>
          <a:xfrm>
            <a:off x="426720" y="2353056"/>
            <a:ext cx="55473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▶"/>
            </a:pPr>
            <a:r>
              <a:rPr lang="en-US" sz="15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use a special magnifying camera (dermoscope) to examine skin lesions.</a:t>
            </a:r>
            <a:endParaRPr lang="en-US" sz="1533" dirty="0"/>
          </a:p>
        </p:txBody>
      </p:sp>
      <p:sp>
        <p:nvSpPr>
          <p:cNvPr id="8" name="Text 6"/>
          <p:cNvSpPr/>
          <p:nvPr/>
        </p:nvSpPr>
        <p:spPr>
          <a:xfrm>
            <a:off x="426720" y="3060192"/>
            <a:ext cx="55473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▶"/>
            </a:pPr>
            <a:r>
              <a:rPr lang="en-US" sz="15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two AI models to look at 25,331 dermoscopy images and identify what type of skin lesion they show.</a:t>
            </a:r>
            <a:endParaRPr lang="en-US" sz="1533" dirty="0"/>
          </a:p>
        </p:txBody>
      </p:sp>
      <p:sp>
        <p:nvSpPr>
          <p:cNvPr id="9" name="Text 7"/>
          <p:cNvSpPr/>
          <p:nvPr/>
        </p:nvSpPr>
        <p:spPr>
          <a:xfrm>
            <a:off x="426720" y="3767328"/>
            <a:ext cx="55473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▶"/>
            </a:pPr>
            <a:r>
              <a:rPr lang="en-US" sz="15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compared a modern Vision Transformer (ViT-B/16) against a faster, smaller model called MobileNetV3.</a:t>
            </a:r>
            <a:endParaRPr lang="en-US" sz="1533" dirty="0"/>
          </a:p>
        </p:txBody>
      </p:sp>
      <p:sp>
        <p:nvSpPr>
          <p:cNvPr id="10" name="Text 8"/>
          <p:cNvSpPr/>
          <p:nvPr/>
        </p:nvSpPr>
        <p:spPr>
          <a:xfrm>
            <a:off x="6339840" y="1097280"/>
            <a:ext cx="5486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6339840" y="1645920"/>
            <a:ext cx="5486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▶"/>
            </a:pPr>
            <a:r>
              <a:rPr lang="en-US" sz="15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 is the winner — it scored higher on every single metric we measured.</a:t>
            </a:r>
            <a:endParaRPr lang="en-US" sz="1533" dirty="0"/>
          </a:p>
        </p:txBody>
      </p:sp>
      <p:sp>
        <p:nvSpPr>
          <p:cNvPr id="12" name="Text 10"/>
          <p:cNvSpPr/>
          <p:nvPr/>
        </p:nvSpPr>
        <p:spPr>
          <a:xfrm>
            <a:off x="6339840" y="2353056"/>
            <a:ext cx="5486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▶"/>
            </a:pPr>
            <a:r>
              <a:rPr lang="en-US" sz="15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correctly identifies (Accuracy : 82.6 % , Balanced Accuracy 83.9%: for Vit  and for Mobile Net (</a:t>
            </a:r>
            <a:r>
              <a:rPr lang="en-AU" sz="15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: 50.29%,  Balanced Accuracy : 71.67%)</a:t>
            </a:r>
            <a:endParaRPr lang="en-US" sz="1533" dirty="0">
              <a:solidFill>
                <a:srgbClr val="2C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39840" y="3060192"/>
            <a:ext cx="5486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▶"/>
            </a:pPr>
            <a:r>
              <a:rPr lang="en-US" sz="15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especially better at spotting rare and dangerous lesions like Melanoma.</a:t>
            </a:r>
            <a:endParaRPr lang="en-US" sz="1533" dirty="0"/>
          </a:p>
        </p:txBody>
      </p:sp>
      <p:sp>
        <p:nvSpPr>
          <p:cNvPr id="14" name="Text 12"/>
          <p:cNvSpPr/>
          <p:nvPr/>
        </p:nvSpPr>
        <p:spPr>
          <a:xfrm>
            <a:off x="6339840" y="3767328"/>
            <a:ext cx="5486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▶"/>
            </a:pPr>
            <a:r>
              <a:rPr lang="en-US" sz="15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tradeoff: ViT is bigger (86.6M parameters) and 4× slower than MobileNet.</a:t>
            </a:r>
            <a:endParaRPr lang="en-US" sz="1533" dirty="0"/>
          </a:p>
        </p:txBody>
      </p:sp>
      <p:sp>
        <p:nvSpPr>
          <p:cNvPr id="15" name="Shape 13"/>
          <p:cNvSpPr/>
          <p:nvPr/>
        </p:nvSpPr>
        <p:spPr>
          <a:xfrm>
            <a:off x="365760" y="5754624"/>
            <a:ext cx="11460480" cy="731520"/>
          </a:xfrm>
          <a:prstGeom prst="rect">
            <a:avLst/>
          </a:prstGeom>
          <a:solidFill>
            <a:srgbClr val="1A6B4A">
              <a:alpha val="9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6" name="Text 14"/>
          <p:cNvSpPr/>
          <p:nvPr/>
        </p:nvSpPr>
        <p:spPr>
          <a:xfrm>
            <a:off x="548640" y="5803392"/>
            <a:ext cx="1109472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ViT-B/16 wins on accuracy and clinical usefulness. MobileNetV3 wins on speed and size. Neither is ready for clinical use alone — a human doctor must always be involved.</a:t>
            </a:r>
            <a:endParaRPr lang="en-US" sz="146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AU" sz="2400" dirty="0"/>
          </a:p>
        </p:txBody>
      </p:sp>
      <p:sp>
        <p:nvSpPr>
          <p:cNvPr id="3" name="Shape 1"/>
          <p:cNvSpPr/>
          <p:nvPr/>
        </p:nvSpPr>
        <p:spPr>
          <a:xfrm>
            <a:off x="0" y="877824"/>
            <a:ext cx="12192000" cy="60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4" name="Text 2"/>
          <p:cNvSpPr/>
          <p:nvPr/>
        </p:nvSpPr>
        <p:spPr>
          <a:xfrm>
            <a:off x="426720" y="121920"/>
            <a:ext cx="113385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68224" y="1072896"/>
            <a:ext cx="2706624" cy="173126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6" name="Text 4"/>
          <p:cNvSpPr/>
          <p:nvPr/>
        </p:nvSpPr>
        <p:spPr>
          <a:xfrm>
            <a:off x="268224" y="1146048"/>
            <a:ext cx="2706624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67" dirty="0"/>
          </a:p>
        </p:txBody>
      </p:sp>
      <p:sp>
        <p:nvSpPr>
          <p:cNvPr id="7" name="Text 5"/>
          <p:cNvSpPr/>
          <p:nvPr/>
        </p:nvSpPr>
        <p:spPr>
          <a:xfrm>
            <a:off x="268224" y="1584960"/>
            <a:ext cx="270662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533" dirty="0"/>
          </a:p>
        </p:txBody>
      </p:sp>
      <p:sp>
        <p:nvSpPr>
          <p:cNvPr id="8" name="Text 6"/>
          <p:cNvSpPr/>
          <p:nvPr/>
        </p:nvSpPr>
        <p:spPr>
          <a:xfrm>
            <a:off x="390144" y="2072640"/>
            <a:ext cx="24627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ISIC 2019? Why 25k images? What is the challenge?</a:t>
            </a:r>
            <a:endParaRPr lang="en-US" sz="1133" dirty="0"/>
          </a:p>
        </p:txBody>
      </p:sp>
      <p:sp>
        <p:nvSpPr>
          <p:cNvPr id="9" name="Shape 7"/>
          <p:cNvSpPr/>
          <p:nvPr/>
        </p:nvSpPr>
        <p:spPr>
          <a:xfrm>
            <a:off x="3169920" y="1072896"/>
            <a:ext cx="2706624" cy="1731264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10" name="Text 8"/>
          <p:cNvSpPr/>
          <p:nvPr/>
        </p:nvSpPr>
        <p:spPr>
          <a:xfrm>
            <a:off x="3169920" y="1146048"/>
            <a:ext cx="2706624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67" dirty="0"/>
          </a:p>
        </p:txBody>
      </p:sp>
      <p:sp>
        <p:nvSpPr>
          <p:cNvPr id="11" name="Text 9"/>
          <p:cNvSpPr/>
          <p:nvPr/>
        </p:nvSpPr>
        <p:spPr>
          <a:xfrm>
            <a:off x="3169920" y="1584960"/>
            <a:ext cx="270662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533" dirty="0"/>
          </a:p>
        </p:txBody>
      </p:sp>
      <p:sp>
        <p:nvSpPr>
          <p:cNvPr id="12" name="Text 10"/>
          <p:cNvSpPr/>
          <p:nvPr/>
        </p:nvSpPr>
        <p:spPr>
          <a:xfrm>
            <a:off x="3291840" y="2072640"/>
            <a:ext cx="24627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cleaned, split and balanced the data before training</a:t>
            </a:r>
            <a:endParaRPr lang="en-US" sz="1133" dirty="0"/>
          </a:p>
        </p:txBody>
      </p:sp>
      <p:sp>
        <p:nvSpPr>
          <p:cNvPr id="13" name="Shape 11"/>
          <p:cNvSpPr/>
          <p:nvPr/>
        </p:nvSpPr>
        <p:spPr>
          <a:xfrm>
            <a:off x="6071616" y="1072896"/>
            <a:ext cx="2706624" cy="173126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14" name="Text 12"/>
          <p:cNvSpPr/>
          <p:nvPr/>
        </p:nvSpPr>
        <p:spPr>
          <a:xfrm>
            <a:off x="6071616" y="1146048"/>
            <a:ext cx="2706624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67" dirty="0"/>
          </a:p>
        </p:txBody>
      </p:sp>
      <p:sp>
        <p:nvSpPr>
          <p:cNvPr id="15" name="Text 13"/>
          <p:cNvSpPr/>
          <p:nvPr/>
        </p:nvSpPr>
        <p:spPr>
          <a:xfrm>
            <a:off x="6071616" y="1584960"/>
            <a:ext cx="270662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Models</a:t>
            </a:r>
            <a:endParaRPr lang="en-US" sz="1533" dirty="0"/>
          </a:p>
        </p:txBody>
      </p:sp>
      <p:sp>
        <p:nvSpPr>
          <p:cNvPr id="16" name="Text 14"/>
          <p:cNvSpPr/>
          <p:nvPr/>
        </p:nvSpPr>
        <p:spPr>
          <a:xfrm>
            <a:off x="6193536" y="2072640"/>
            <a:ext cx="24627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 global attention vs MobileNetV3 local convolution</a:t>
            </a:r>
            <a:endParaRPr lang="en-US" sz="1133" dirty="0"/>
          </a:p>
        </p:txBody>
      </p:sp>
      <p:sp>
        <p:nvSpPr>
          <p:cNvPr id="17" name="Shape 15"/>
          <p:cNvSpPr/>
          <p:nvPr/>
        </p:nvSpPr>
        <p:spPr>
          <a:xfrm>
            <a:off x="8973312" y="1072896"/>
            <a:ext cx="2706624" cy="1731264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18" name="Text 16"/>
          <p:cNvSpPr/>
          <p:nvPr/>
        </p:nvSpPr>
        <p:spPr>
          <a:xfrm>
            <a:off x="8973312" y="1146048"/>
            <a:ext cx="2706624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67" dirty="0"/>
          </a:p>
        </p:txBody>
      </p:sp>
      <p:sp>
        <p:nvSpPr>
          <p:cNvPr id="19" name="Text 17"/>
          <p:cNvSpPr/>
          <p:nvPr/>
        </p:nvSpPr>
        <p:spPr>
          <a:xfrm>
            <a:off x="8973312" y="1584960"/>
            <a:ext cx="270662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</a:t>
            </a:r>
            <a:endParaRPr lang="en-US" sz="1533" dirty="0"/>
          </a:p>
        </p:txBody>
      </p:sp>
      <p:sp>
        <p:nvSpPr>
          <p:cNvPr id="20" name="Text 18"/>
          <p:cNvSpPr/>
          <p:nvPr/>
        </p:nvSpPr>
        <p:spPr>
          <a:xfrm>
            <a:off x="9095232" y="2072640"/>
            <a:ext cx="24627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fine-tuning explained in plain language</a:t>
            </a:r>
            <a:endParaRPr lang="en-US" sz="1133" dirty="0"/>
          </a:p>
        </p:txBody>
      </p:sp>
      <p:sp>
        <p:nvSpPr>
          <p:cNvPr id="21" name="Shape 19"/>
          <p:cNvSpPr/>
          <p:nvPr/>
        </p:nvSpPr>
        <p:spPr>
          <a:xfrm>
            <a:off x="268224" y="2999232"/>
            <a:ext cx="2706624" cy="1731264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22" name="Text 20"/>
          <p:cNvSpPr/>
          <p:nvPr/>
        </p:nvSpPr>
        <p:spPr>
          <a:xfrm>
            <a:off x="268224" y="3072384"/>
            <a:ext cx="2706624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67" dirty="0"/>
          </a:p>
        </p:txBody>
      </p:sp>
      <p:sp>
        <p:nvSpPr>
          <p:cNvPr id="23" name="Text 21"/>
          <p:cNvSpPr/>
          <p:nvPr/>
        </p:nvSpPr>
        <p:spPr>
          <a:xfrm>
            <a:off x="268224" y="3511296"/>
            <a:ext cx="270662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Accuracy?</a:t>
            </a:r>
            <a:endParaRPr lang="en-US" sz="1533" dirty="0"/>
          </a:p>
        </p:txBody>
      </p:sp>
      <p:sp>
        <p:nvSpPr>
          <p:cNvPr id="24" name="Text 22"/>
          <p:cNvSpPr/>
          <p:nvPr/>
        </p:nvSpPr>
        <p:spPr>
          <a:xfrm>
            <a:off x="390144" y="3998976"/>
            <a:ext cx="24627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explanation of Accuracy, Precision, Recall, F1</a:t>
            </a:r>
            <a:endParaRPr lang="en-US" sz="1133" dirty="0"/>
          </a:p>
        </p:txBody>
      </p:sp>
      <p:sp>
        <p:nvSpPr>
          <p:cNvPr id="25" name="Shape 23"/>
          <p:cNvSpPr/>
          <p:nvPr/>
        </p:nvSpPr>
        <p:spPr>
          <a:xfrm>
            <a:off x="3169920" y="2999232"/>
            <a:ext cx="2706624" cy="173126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26" name="Text 24"/>
          <p:cNvSpPr/>
          <p:nvPr/>
        </p:nvSpPr>
        <p:spPr>
          <a:xfrm>
            <a:off x="3169920" y="3072384"/>
            <a:ext cx="2706624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67" dirty="0"/>
          </a:p>
        </p:txBody>
      </p:sp>
      <p:sp>
        <p:nvSpPr>
          <p:cNvPr id="27" name="Text 25"/>
          <p:cNvSpPr/>
          <p:nvPr/>
        </p:nvSpPr>
        <p:spPr>
          <a:xfrm>
            <a:off x="3169920" y="3511296"/>
            <a:ext cx="270662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AUC-ROC?</a:t>
            </a:r>
            <a:endParaRPr lang="en-US" sz="1533" dirty="0"/>
          </a:p>
        </p:txBody>
      </p:sp>
      <p:sp>
        <p:nvSpPr>
          <p:cNvPr id="28" name="Text 26"/>
          <p:cNvSpPr/>
          <p:nvPr/>
        </p:nvSpPr>
        <p:spPr>
          <a:xfrm>
            <a:off x="3291840" y="3998976"/>
            <a:ext cx="24627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if the model truly understands each class</a:t>
            </a:r>
            <a:endParaRPr lang="en-US" sz="1133" dirty="0"/>
          </a:p>
        </p:txBody>
      </p:sp>
      <p:sp>
        <p:nvSpPr>
          <p:cNvPr id="29" name="Shape 27"/>
          <p:cNvSpPr/>
          <p:nvPr/>
        </p:nvSpPr>
        <p:spPr>
          <a:xfrm>
            <a:off x="6071616" y="2999232"/>
            <a:ext cx="2706624" cy="173126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30" name="Text 28"/>
          <p:cNvSpPr/>
          <p:nvPr/>
        </p:nvSpPr>
        <p:spPr>
          <a:xfrm>
            <a:off x="6071616" y="3072384"/>
            <a:ext cx="2706624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67" dirty="0"/>
          </a:p>
        </p:txBody>
      </p:sp>
      <p:sp>
        <p:nvSpPr>
          <p:cNvPr id="31" name="Text 29"/>
          <p:cNvSpPr/>
          <p:nvPr/>
        </p:nvSpPr>
        <p:spPr>
          <a:xfrm>
            <a:off x="6071616" y="3511296"/>
            <a:ext cx="270662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Calc</a:t>
            </a:r>
            <a:endParaRPr lang="en-US" sz="1533" dirty="0"/>
          </a:p>
        </p:txBody>
      </p:sp>
      <p:sp>
        <p:nvSpPr>
          <p:cNvPr id="32" name="Text 30"/>
          <p:cNvSpPr/>
          <p:nvPr/>
        </p:nvSpPr>
        <p:spPr>
          <a:xfrm>
            <a:off x="6193536" y="3998976"/>
            <a:ext cx="24627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how F1, Recall, Precision are calculated with numbers</a:t>
            </a:r>
            <a:endParaRPr lang="en-US" sz="1133" dirty="0"/>
          </a:p>
        </p:txBody>
      </p:sp>
      <p:sp>
        <p:nvSpPr>
          <p:cNvPr id="33" name="Shape 31"/>
          <p:cNvSpPr/>
          <p:nvPr/>
        </p:nvSpPr>
        <p:spPr>
          <a:xfrm>
            <a:off x="8973312" y="2999232"/>
            <a:ext cx="2706624" cy="1731264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34" name="Text 32"/>
          <p:cNvSpPr/>
          <p:nvPr/>
        </p:nvSpPr>
        <p:spPr>
          <a:xfrm>
            <a:off x="8973312" y="3072384"/>
            <a:ext cx="2706624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67" dirty="0"/>
          </a:p>
        </p:txBody>
      </p:sp>
      <p:sp>
        <p:nvSpPr>
          <p:cNvPr id="35" name="Text 33"/>
          <p:cNvSpPr/>
          <p:nvPr/>
        </p:nvSpPr>
        <p:spPr>
          <a:xfrm>
            <a:off x="8973312" y="3511296"/>
            <a:ext cx="270662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33" dirty="0"/>
          </a:p>
        </p:txBody>
      </p:sp>
      <p:sp>
        <p:nvSpPr>
          <p:cNvPr id="36" name="Text 34"/>
          <p:cNvSpPr/>
          <p:nvPr/>
        </p:nvSpPr>
        <p:spPr>
          <a:xfrm>
            <a:off x="9095232" y="3998976"/>
            <a:ext cx="24627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wins? Full side-by-side comparison with charts</a:t>
            </a:r>
            <a:endParaRPr lang="en-US" sz="1133" dirty="0"/>
          </a:p>
        </p:txBody>
      </p:sp>
      <p:sp>
        <p:nvSpPr>
          <p:cNvPr id="37" name="Shape 35"/>
          <p:cNvSpPr/>
          <p:nvPr/>
        </p:nvSpPr>
        <p:spPr>
          <a:xfrm>
            <a:off x="268224" y="4925568"/>
            <a:ext cx="2706624" cy="173126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38" name="Text 36"/>
          <p:cNvSpPr/>
          <p:nvPr/>
        </p:nvSpPr>
        <p:spPr>
          <a:xfrm>
            <a:off x="268224" y="4998720"/>
            <a:ext cx="2706624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67" dirty="0"/>
          </a:p>
        </p:txBody>
      </p:sp>
      <p:sp>
        <p:nvSpPr>
          <p:cNvPr id="39" name="Text 37"/>
          <p:cNvSpPr/>
          <p:nvPr/>
        </p:nvSpPr>
        <p:spPr>
          <a:xfrm>
            <a:off x="268224" y="5437632"/>
            <a:ext cx="270662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533" dirty="0"/>
          </a:p>
        </p:txBody>
      </p:sp>
      <p:sp>
        <p:nvSpPr>
          <p:cNvPr id="40" name="Text 38"/>
          <p:cNvSpPr/>
          <p:nvPr/>
        </p:nvSpPr>
        <p:spPr>
          <a:xfrm>
            <a:off x="390144" y="5925312"/>
            <a:ext cx="24627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both models make mistakes and why</a:t>
            </a:r>
            <a:endParaRPr lang="en-US" sz="1133" dirty="0"/>
          </a:p>
        </p:txBody>
      </p:sp>
      <p:sp>
        <p:nvSpPr>
          <p:cNvPr id="41" name="Shape 39"/>
          <p:cNvSpPr/>
          <p:nvPr/>
        </p:nvSpPr>
        <p:spPr>
          <a:xfrm>
            <a:off x="3169920" y="4925568"/>
            <a:ext cx="2706624" cy="1731264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42" name="Text 40"/>
          <p:cNvSpPr/>
          <p:nvPr/>
        </p:nvSpPr>
        <p:spPr>
          <a:xfrm>
            <a:off x="3169920" y="4998720"/>
            <a:ext cx="2706624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67" dirty="0"/>
          </a:p>
        </p:txBody>
      </p:sp>
      <p:sp>
        <p:nvSpPr>
          <p:cNvPr id="43" name="Text 41"/>
          <p:cNvSpPr/>
          <p:nvPr/>
        </p:nvSpPr>
        <p:spPr>
          <a:xfrm>
            <a:off x="3169920" y="5437632"/>
            <a:ext cx="270662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1533" dirty="0"/>
          </a:p>
        </p:txBody>
      </p:sp>
      <p:sp>
        <p:nvSpPr>
          <p:cNvPr id="44" name="Text 42"/>
          <p:cNvSpPr/>
          <p:nvPr/>
        </p:nvSpPr>
        <p:spPr>
          <a:xfrm>
            <a:off x="3291840" y="5925312"/>
            <a:ext cx="24627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 if we ignore demographics and rare classes</a:t>
            </a:r>
            <a:endParaRPr lang="en-US" sz="1133" dirty="0"/>
          </a:p>
        </p:txBody>
      </p:sp>
      <p:sp>
        <p:nvSpPr>
          <p:cNvPr id="45" name="Shape 43"/>
          <p:cNvSpPr/>
          <p:nvPr/>
        </p:nvSpPr>
        <p:spPr>
          <a:xfrm>
            <a:off x="6071616" y="4925568"/>
            <a:ext cx="2706624" cy="1731264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46" name="Text 44"/>
          <p:cNvSpPr/>
          <p:nvPr/>
        </p:nvSpPr>
        <p:spPr>
          <a:xfrm>
            <a:off x="6071616" y="4998720"/>
            <a:ext cx="2706624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67" dirty="0"/>
          </a:p>
        </p:txBody>
      </p:sp>
      <p:sp>
        <p:nvSpPr>
          <p:cNvPr id="47" name="Text 45"/>
          <p:cNvSpPr/>
          <p:nvPr/>
        </p:nvSpPr>
        <p:spPr>
          <a:xfrm>
            <a:off x="6071616" y="5437632"/>
            <a:ext cx="2706624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33" dirty="0"/>
          </a:p>
        </p:txBody>
      </p:sp>
      <p:sp>
        <p:nvSpPr>
          <p:cNvPr id="48" name="Text 46"/>
          <p:cNvSpPr/>
          <p:nvPr/>
        </p:nvSpPr>
        <p:spPr>
          <a:xfrm>
            <a:off x="6193536" y="5925312"/>
            <a:ext cx="24627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what comes next</a:t>
            </a:r>
            <a:endParaRPr lang="en-US" sz="11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3" name="Shape 1"/>
          <p:cNvSpPr/>
          <p:nvPr/>
        </p:nvSpPr>
        <p:spPr>
          <a:xfrm>
            <a:off x="0" y="877824"/>
            <a:ext cx="12192000" cy="60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4" name="Text 2"/>
          <p:cNvSpPr/>
          <p:nvPr/>
        </p:nvSpPr>
        <p:spPr>
          <a:xfrm>
            <a:off x="426720" y="121920"/>
            <a:ext cx="113385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ISIC 2019 Dataset 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080" y="950976"/>
            <a:ext cx="6035040" cy="554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0144" y="1121664"/>
            <a:ext cx="5486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25,331 dermoscopy images: </a:t>
            </a:r>
            <a:r>
              <a:rPr lang="en-US" sz="15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Photographs of skin lesions taken with a special medical camera</a:t>
            </a:r>
            <a:endParaRPr lang="en-US" sz="1533" dirty="0"/>
          </a:p>
        </p:txBody>
      </p:sp>
      <p:sp>
        <p:nvSpPr>
          <p:cNvPr id="7" name="Text 4"/>
          <p:cNvSpPr/>
          <p:nvPr/>
        </p:nvSpPr>
        <p:spPr>
          <a:xfrm>
            <a:off x="390144" y="1853184"/>
            <a:ext cx="5486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different skin lesion types: </a:t>
            </a:r>
            <a:r>
              <a:rPr lang="en-US" sz="15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harmless moles to life-threatening melanoma cancer</a:t>
            </a:r>
            <a:endParaRPr lang="en-US" sz="1533" dirty="0"/>
          </a:p>
        </p:txBody>
      </p:sp>
      <p:sp>
        <p:nvSpPr>
          <p:cNvPr id="8" name="Text 5"/>
          <p:cNvSpPr/>
          <p:nvPr/>
        </p:nvSpPr>
        <p:spPr>
          <a:xfrm>
            <a:off x="390144" y="2584704"/>
            <a:ext cx="5486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hospitals contributed: </a:t>
            </a:r>
            <a:r>
              <a:rPr lang="en-US" sz="15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Barcelona, Vienna, New York — different cameras and conditions</a:t>
            </a:r>
            <a:endParaRPr lang="en-US" sz="1533" dirty="0"/>
          </a:p>
        </p:txBody>
      </p:sp>
      <p:sp>
        <p:nvSpPr>
          <p:cNvPr id="9" name="Text 6"/>
          <p:cNvSpPr/>
          <p:nvPr/>
        </p:nvSpPr>
        <p:spPr>
          <a:xfrm>
            <a:off x="390144" y="3316224"/>
            <a:ext cx="5486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Huge imbalance problem: </a:t>
            </a:r>
            <a:r>
              <a:rPr lang="en-US" sz="15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54x more mole images (NV) than the rarest class (DF) — a real challenge</a:t>
            </a:r>
            <a:endParaRPr lang="en-US" sz="1533" dirty="0"/>
          </a:p>
        </p:txBody>
      </p:sp>
      <p:sp>
        <p:nvSpPr>
          <p:cNvPr id="10" name="Text 7"/>
          <p:cNvSpPr/>
          <p:nvPr/>
        </p:nvSpPr>
        <p:spPr>
          <a:xfrm>
            <a:off x="390144" y="4047744"/>
            <a:ext cx="5486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Expert-verified labels: </a:t>
            </a:r>
            <a:r>
              <a:rPr lang="en-US" sz="15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 confirmed by dermatologists or lab tests, not guessed</a:t>
            </a:r>
            <a:endParaRPr lang="en-US" sz="1533" dirty="0"/>
          </a:p>
        </p:txBody>
      </p:sp>
      <p:sp>
        <p:nvSpPr>
          <p:cNvPr id="11" name="Text 8"/>
          <p:cNvSpPr/>
          <p:nvPr/>
        </p:nvSpPr>
        <p:spPr>
          <a:xfrm>
            <a:off x="390144" y="4779264"/>
            <a:ext cx="54864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research benchmark: </a:t>
            </a:r>
            <a:r>
              <a:rPr lang="en-US" sz="15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2019 ISIC Challenge — we can compare our results to others</a:t>
            </a:r>
            <a:endParaRPr lang="en-US" sz="1533" dirty="0"/>
          </a:p>
        </p:txBody>
      </p:sp>
      <p:sp>
        <p:nvSpPr>
          <p:cNvPr id="12" name="Shape 9"/>
          <p:cNvSpPr/>
          <p:nvPr/>
        </p:nvSpPr>
        <p:spPr>
          <a:xfrm>
            <a:off x="0" y="6498336"/>
            <a:ext cx="12192000" cy="365760"/>
          </a:xfrm>
          <a:prstGeom prst="rect">
            <a:avLst/>
          </a:prstGeom>
          <a:solidFill>
            <a:srgbClr val="F4F6F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3" name="Text 10"/>
          <p:cNvSpPr/>
          <p:nvPr/>
        </p:nvSpPr>
        <p:spPr>
          <a:xfrm>
            <a:off x="365760" y="6522720"/>
            <a:ext cx="11460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Problem: NV (50.8%) vs DF (0.9%) — model could get 50% accuracy just by predicting NV every time.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69451-5A24-FDC1-0CD3-7B3D7F3D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713748-67FE-6BAB-88C4-9BF866E324D5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pPr defTabSz="1219170"/>
            <a:endParaRPr lang="en-AU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84B2DF3-14BC-FD9B-6168-589C95C08651}"/>
              </a:ext>
            </a:extLst>
          </p:cNvPr>
          <p:cNvSpPr/>
          <p:nvPr/>
        </p:nvSpPr>
        <p:spPr>
          <a:xfrm>
            <a:off x="219456" y="0"/>
            <a:ext cx="11972544" cy="8534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pPr defTabSz="1219170"/>
            <a:endParaRPr lang="en-AU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30A11A-279D-9625-ABB8-098B786FFA5E}"/>
              </a:ext>
            </a:extLst>
          </p:cNvPr>
          <p:cNvSpPr/>
          <p:nvPr/>
        </p:nvSpPr>
        <p:spPr>
          <a:xfrm>
            <a:off x="512064" y="365760"/>
            <a:ext cx="1121664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4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Two Models</a:t>
            </a:r>
            <a:endParaRPr lang="en-US" sz="4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B055F76-17B0-D9F7-6E33-19FC39340D89}"/>
              </a:ext>
            </a:extLst>
          </p:cNvPr>
          <p:cNvSpPr/>
          <p:nvPr/>
        </p:nvSpPr>
        <p:spPr>
          <a:xfrm>
            <a:off x="512064" y="1438656"/>
            <a:ext cx="1121664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000" i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 (Vision Transformer)  vs  MobileNetV3-Large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47C60BC-1624-28F6-124D-1D16F2198A5A}"/>
              </a:ext>
            </a:extLst>
          </p:cNvPr>
          <p:cNvSpPr/>
          <p:nvPr/>
        </p:nvSpPr>
        <p:spPr>
          <a:xfrm>
            <a:off x="487680" y="2621280"/>
            <a:ext cx="5608320" cy="3657600"/>
          </a:xfrm>
          <a:prstGeom prst="rect">
            <a:avLst/>
          </a:prstGeom>
          <a:solidFill>
            <a:srgbClr val="1A6B4A">
              <a:alpha val="75000"/>
            </a:srgbClr>
          </a:solidFill>
          <a:ln w="12700">
            <a:solidFill>
              <a:srgbClr val="1A6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AU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64544DF-49AB-1942-F7AC-DA710BB5AE01}"/>
              </a:ext>
            </a:extLst>
          </p:cNvPr>
          <p:cNvSpPr/>
          <p:nvPr/>
        </p:nvSpPr>
        <p:spPr>
          <a:xfrm>
            <a:off x="487680" y="2621280"/>
            <a:ext cx="5608320" cy="585216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pPr defTabSz="1219170"/>
            <a:endParaRPr lang="en-AU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22EEDD4-15A1-599B-93B8-A2CAB3FBB91F}"/>
              </a:ext>
            </a:extLst>
          </p:cNvPr>
          <p:cNvSpPr/>
          <p:nvPr/>
        </p:nvSpPr>
        <p:spPr>
          <a:xfrm>
            <a:off x="658368" y="2657856"/>
            <a:ext cx="52669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5043D69-28FC-1564-F662-A4998EC7988D}"/>
              </a:ext>
            </a:extLst>
          </p:cNvPr>
          <p:cNvSpPr/>
          <p:nvPr/>
        </p:nvSpPr>
        <p:spPr>
          <a:xfrm>
            <a:off x="707136" y="3316224"/>
            <a:ext cx="5169408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by Google in 2020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810D93C-EB14-5FAB-12A5-49EF56C01D45}"/>
              </a:ext>
            </a:extLst>
          </p:cNvPr>
          <p:cNvSpPr/>
          <p:nvPr/>
        </p:nvSpPr>
        <p:spPr>
          <a:xfrm>
            <a:off x="707136" y="3779520"/>
            <a:ext cx="5169408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image into 196 small patches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0453FCF-FE25-7A94-2C10-E20A7641142D}"/>
              </a:ext>
            </a:extLst>
          </p:cNvPr>
          <p:cNvSpPr/>
          <p:nvPr/>
        </p:nvSpPr>
        <p:spPr>
          <a:xfrm>
            <a:off x="707136" y="4242816"/>
            <a:ext cx="5169408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patches look at each other at once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74AF2C3-506C-7262-5484-6C0FA5AD948B}"/>
              </a:ext>
            </a:extLst>
          </p:cNvPr>
          <p:cNvSpPr/>
          <p:nvPr/>
        </p:nvSpPr>
        <p:spPr>
          <a:xfrm>
            <a:off x="707136" y="4706112"/>
            <a:ext cx="5169408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 Million parameters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8DB22D3-3AE3-8309-23AB-003F379BDB7A}"/>
              </a:ext>
            </a:extLst>
          </p:cNvPr>
          <p:cNvSpPr/>
          <p:nvPr/>
        </p:nvSpPr>
        <p:spPr>
          <a:xfrm>
            <a:off x="707136" y="5169408"/>
            <a:ext cx="5169408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14 Million images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CA8EDBA-6C66-836D-51BE-128EC81B383F}"/>
              </a:ext>
            </a:extLst>
          </p:cNvPr>
          <p:cNvSpPr/>
          <p:nvPr/>
        </p:nvSpPr>
        <p:spPr>
          <a:xfrm>
            <a:off x="707136" y="5632704"/>
            <a:ext cx="5169408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accuracy-critical tasks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3148F12-213E-9F8F-BAF6-19F12A6C90B2}"/>
              </a:ext>
            </a:extLst>
          </p:cNvPr>
          <p:cNvSpPr/>
          <p:nvPr/>
        </p:nvSpPr>
        <p:spPr>
          <a:xfrm>
            <a:off x="6339840" y="2621280"/>
            <a:ext cx="5608320" cy="3657600"/>
          </a:xfrm>
          <a:prstGeom prst="rect">
            <a:avLst/>
          </a:prstGeom>
          <a:solidFill>
            <a:srgbClr val="D4860A">
              <a:alpha val="75000"/>
            </a:srgbClr>
          </a:solidFill>
          <a:ln w="12700">
            <a:solidFill>
              <a:srgbClr val="D486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AU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F3964F3-53BB-43F9-8019-BF9E9514904F}"/>
              </a:ext>
            </a:extLst>
          </p:cNvPr>
          <p:cNvSpPr/>
          <p:nvPr/>
        </p:nvSpPr>
        <p:spPr>
          <a:xfrm>
            <a:off x="6339840" y="2621280"/>
            <a:ext cx="5608320" cy="585216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pPr defTabSz="1219170"/>
            <a:endParaRPr lang="en-AU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2706B45-F46A-85AD-8EA4-15AA0CDDA180}"/>
              </a:ext>
            </a:extLst>
          </p:cNvPr>
          <p:cNvSpPr/>
          <p:nvPr/>
        </p:nvSpPr>
        <p:spPr>
          <a:xfrm>
            <a:off x="6510528" y="2657856"/>
            <a:ext cx="52669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867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MobileNetV3-Large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F90DDF8-C311-D6CA-4207-18C89650BBE4}"/>
              </a:ext>
            </a:extLst>
          </p:cNvPr>
          <p:cNvSpPr/>
          <p:nvPr/>
        </p:nvSpPr>
        <p:spPr>
          <a:xfrm>
            <a:off x="6559296" y="3316224"/>
            <a:ext cx="5169408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F8C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by Google in 2019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5C3CD04-6C25-841F-64BB-E73D8A3769E3}"/>
              </a:ext>
            </a:extLst>
          </p:cNvPr>
          <p:cNvSpPr/>
          <p:nvPr/>
        </p:nvSpPr>
        <p:spPr>
          <a:xfrm>
            <a:off x="6559296" y="3779520"/>
            <a:ext cx="5169408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F8C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sliding filter window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692BA8A-F3AF-1514-FE0F-64C773B48F1F}"/>
              </a:ext>
            </a:extLst>
          </p:cNvPr>
          <p:cNvSpPr/>
          <p:nvPr/>
        </p:nvSpPr>
        <p:spPr>
          <a:xfrm>
            <a:off x="6559296" y="4242816"/>
            <a:ext cx="5169408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F8C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image area by area (local)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107055F-ED32-B144-796E-E77384283DCA}"/>
              </a:ext>
            </a:extLst>
          </p:cNvPr>
          <p:cNvSpPr/>
          <p:nvPr/>
        </p:nvSpPr>
        <p:spPr>
          <a:xfrm>
            <a:off x="6559296" y="4706112"/>
            <a:ext cx="5169408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F8C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Million parameters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76CEC13-8FE9-180A-5648-B646278DE85C}"/>
              </a:ext>
            </a:extLst>
          </p:cNvPr>
          <p:cNvSpPr/>
          <p:nvPr/>
        </p:nvSpPr>
        <p:spPr>
          <a:xfrm>
            <a:off x="6559296" y="5169408"/>
            <a:ext cx="5169408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F8C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1.28 Million images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0D0932B-4F47-D9C5-6340-D1A2A880AFE2}"/>
              </a:ext>
            </a:extLst>
          </p:cNvPr>
          <p:cNvSpPr/>
          <p:nvPr/>
        </p:nvSpPr>
        <p:spPr>
          <a:xfrm>
            <a:off x="6559296" y="5632704"/>
            <a:ext cx="5169408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533" b="1" dirty="0">
                <a:solidFill>
                  <a:srgbClr val="F8C4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33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fast mobile/edge apps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30601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3" name="Shape 1"/>
          <p:cNvSpPr/>
          <p:nvPr/>
        </p:nvSpPr>
        <p:spPr>
          <a:xfrm>
            <a:off x="0" y="877824"/>
            <a:ext cx="12192000" cy="60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4" name="Text 2"/>
          <p:cNvSpPr/>
          <p:nvPr/>
        </p:nvSpPr>
        <p:spPr>
          <a:xfrm>
            <a:off x="426720" y="121920"/>
            <a:ext cx="113385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 — How Each Model 'Sees' the Image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50976"/>
            <a:ext cx="11826240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3840" y="5974080"/>
            <a:ext cx="5669280" cy="829056"/>
          </a:xfrm>
          <a:prstGeom prst="rect">
            <a:avLst/>
          </a:prstGeom>
          <a:solidFill>
            <a:srgbClr val="F0F7F4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7" name="Text 4"/>
          <p:cNvSpPr/>
          <p:nvPr/>
        </p:nvSpPr>
        <p:spPr>
          <a:xfrm>
            <a:off x="365760" y="5998464"/>
            <a:ext cx="542544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Global Attention: 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1 (corner) can directly influence Patch 196 (opposite corner) in a single step. Perfect for detecting asymmetry — a key sign of melanoma.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78880" y="5974080"/>
            <a:ext cx="5669280" cy="829056"/>
          </a:xfrm>
          <a:prstGeom prst="rect">
            <a:avLst/>
          </a:prstGeom>
          <a:solidFill>
            <a:srgbClr val="FEF9EC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9" name="Text 6"/>
          <p:cNvSpPr/>
          <p:nvPr/>
        </p:nvSpPr>
        <p:spPr>
          <a:xfrm>
            <a:off x="6400800" y="5998464"/>
            <a:ext cx="542544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Local Filter: 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3×3 window sees only 9 pixels at once. It needs many layers to build up global understanding — slower at detecting whole-lesion patterns.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3" name="Shape 1"/>
          <p:cNvSpPr/>
          <p:nvPr/>
        </p:nvSpPr>
        <p:spPr>
          <a:xfrm>
            <a:off x="0" y="877824"/>
            <a:ext cx="12192000" cy="60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4" name="Text 2"/>
          <p:cNvSpPr/>
          <p:nvPr/>
        </p:nvSpPr>
        <p:spPr>
          <a:xfrm>
            <a:off x="426720" y="121920"/>
            <a:ext cx="113385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Preparing the Data Before Training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950976"/>
            <a:ext cx="11704320" cy="3718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3840" y="4815840"/>
            <a:ext cx="3779520" cy="1975104"/>
          </a:xfrm>
          <a:prstGeom prst="rect">
            <a:avLst/>
          </a:prstGeom>
          <a:solidFill>
            <a:srgbClr val="2C3E50">
              <a:alpha val="95000"/>
            </a:srgbClr>
          </a:solidFill>
          <a:ln w="12700">
            <a:solidFill>
              <a:srgbClr val="2C3E5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7" name="Shape 4"/>
          <p:cNvSpPr/>
          <p:nvPr/>
        </p:nvSpPr>
        <p:spPr>
          <a:xfrm>
            <a:off x="243840" y="4815840"/>
            <a:ext cx="3779520" cy="4876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8" name="Text 5"/>
          <p:cNvSpPr/>
          <p:nvPr/>
        </p:nvSpPr>
        <p:spPr>
          <a:xfrm>
            <a:off x="365760" y="4840224"/>
            <a:ext cx="353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</a:t>
            </a:r>
            <a:endParaRPr lang="en-US" sz="1533" dirty="0"/>
          </a:p>
        </p:txBody>
      </p:sp>
      <p:sp>
        <p:nvSpPr>
          <p:cNvPr id="9" name="Text 6"/>
          <p:cNvSpPr/>
          <p:nvPr/>
        </p:nvSpPr>
        <p:spPr>
          <a:xfrm>
            <a:off x="365760" y="5364480"/>
            <a:ext cx="35356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15% of images hidden as a 'test set'. The model never sees these during training — so we get a fair, unbiased score at the end.</a:t>
            </a:r>
            <a:endParaRPr lang="en-US" sz="1333" dirty="0"/>
          </a:p>
        </p:txBody>
      </p:sp>
      <p:sp>
        <p:nvSpPr>
          <p:cNvPr id="10" name="Shape 7"/>
          <p:cNvSpPr/>
          <p:nvPr/>
        </p:nvSpPr>
        <p:spPr>
          <a:xfrm>
            <a:off x="4206240" y="4815840"/>
            <a:ext cx="3779520" cy="1975104"/>
          </a:xfrm>
          <a:prstGeom prst="rect">
            <a:avLst/>
          </a:prstGeom>
          <a:solidFill>
            <a:srgbClr val="1A6B4A">
              <a:alpha val="95000"/>
            </a:srgbClr>
          </a:solidFill>
          <a:ln w="12700">
            <a:solidFill>
              <a:srgbClr val="1A6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11" name="Shape 8"/>
          <p:cNvSpPr/>
          <p:nvPr/>
        </p:nvSpPr>
        <p:spPr>
          <a:xfrm>
            <a:off x="4206240" y="4815840"/>
            <a:ext cx="3779520" cy="48768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2" name="Text 9"/>
          <p:cNvSpPr/>
          <p:nvPr/>
        </p:nvSpPr>
        <p:spPr>
          <a:xfrm>
            <a:off x="4328160" y="4840224"/>
            <a:ext cx="353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533" dirty="0"/>
          </a:p>
        </p:txBody>
      </p:sp>
      <p:sp>
        <p:nvSpPr>
          <p:cNvPr id="13" name="Text 10"/>
          <p:cNvSpPr/>
          <p:nvPr/>
        </p:nvSpPr>
        <p:spPr>
          <a:xfrm>
            <a:off x="4328160" y="5364480"/>
            <a:ext cx="35356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randomly flip, rotate and change colours of training images. This forces the model to learn real features, not just memorise exact images.</a:t>
            </a:r>
            <a:endParaRPr lang="en-US" sz="1333" dirty="0"/>
          </a:p>
        </p:txBody>
      </p:sp>
      <p:sp>
        <p:nvSpPr>
          <p:cNvPr id="14" name="Shape 11"/>
          <p:cNvSpPr/>
          <p:nvPr/>
        </p:nvSpPr>
        <p:spPr>
          <a:xfrm>
            <a:off x="8168640" y="4815840"/>
            <a:ext cx="3779520" cy="1975104"/>
          </a:xfrm>
          <a:prstGeom prst="rect">
            <a:avLst/>
          </a:prstGeom>
          <a:solidFill>
            <a:srgbClr val="D4860A">
              <a:alpha val="95000"/>
            </a:srgbClr>
          </a:solidFill>
          <a:ln w="12700">
            <a:solidFill>
              <a:srgbClr val="D486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15" name="Shape 12"/>
          <p:cNvSpPr/>
          <p:nvPr/>
        </p:nvSpPr>
        <p:spPr>
          <a:xfrm>
            <a:off x="8168640" y="4815840"/>
            <a:ext cx="3779520" cy="4876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6" name="Text 13"/>
          <p:cNvSpPr/>
          <p:nvPr/>
        </p:nvSpPr>
        <p:spPr>
          <a:xfrm>
            <a:off x="8290560" y="4840224"/>
            <a:ext cx="353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Sampling</a:t>
            </a:r>
            <a:endParaRPr lang="en-US" sz="1533" dirty="0"/>
          </a:p>
        </p:txBody>
      </p:sp>
      <p:sp>
        <p:nvSpPr>
          <p:cNvPr id="17" name="Text 14"/>
          <p:cNvSpPr/>
          <p:nvPr/>
        </p:nvSpPr>
        <p:spPr>
          <a:xfrm>
            <a:off x="8290560" y="5364480"/>
            <a:ext cx="353568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the model would mostly learn about moles (NV = 51%) and ignore rare classes like DF (0.9%). We oversample rare classes to balance training. </a:t>
            </a:r>
            <a:r>
              <a:rPr lang="en-AU" sz="1333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rare classes</a:t>
            </a:r>
          </a:p>
          <a:p>
            <a:endParaRPr lang="en-US" sz="133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60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Models — Architecture </a:t>
            </a:r>
            <a:endParaRPr lang="en-US" sz="2667" dirty="0"/>
          </a:p>
        </p:txBody>
      </p:sp>
      <p:sp>
        <p:nvSpPr>
          <p:cNvPr id="4" name="Shape 2"/>
          <p:cNvSpPr/>
          <p:nvPr/>
        </p:nvSpPr>
        <p:spPr>
          <a:xfrm>
            <a:off x="365760" y="975360"/>
            <a:ext cx="5486400" cy="5486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5" name="Shape 3"/>
          <p:cNvSpPr/>
          <p:nvPr/>
        </p:nvSpPr>
        <p:spPr>
          <a:xfrm>
            <a:off x="365760" y="975360"/>
            <a:ext cx="5486400" cy="609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6" name="Text 4"/>
          <p:cNvSpPr/>
          <p:nvPr/>
        </p:nvSpPr>
        <p:spPr>
          <a:xfrm>
            <a:off x="426720" y="975360"/>
            <a:ext cx="53644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  (Primary Model)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548640" y="1731264"/>
            <a:ext cx="853440" cy="792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8" name="Text 6"/>
          <p:cNvSpPr/>
          <p:nvPr/>
        </p:nvSpPr>
        <p:spPr>
          <a:xfrm>
            <a:off x="548640" y="1731264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933" dirty="0"/>
          </a:p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33" dirty="0"/>
          </a:p>
        </p:txBody>
      </p:sp>
      <p:sp>
        <p:nvSpPr>
          <p:cNvPr id="9" name="Shape 7"/>
          <p:cNvSpPr/>
          <p:nvPr/>
        </p:nvSpPr>
        <p:spPr>
          <a:xfrm>
            <a:off x="1402080" y="2133600"/>
            <a:ext cx="14630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0" name="Shape 8"/>
          <p:cNvSpPr/>
          <p:nvPr/>
        </p:nvSpPr>
        <p:spPr>
          <a:xfrm>
            <a:off x="1548384" y="1731264"/>
            <a:ext cx="853440" cy="792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1" name="Text 9"/>
          <p:cNvSpPr/>
          <p:nvPr/>
        </p:nvSpPr>
        <p:spPr>
          <a:xfrm>
            <a:off x="1548384" y="1731264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Patches</a:t>
            </a:r>
            <a:endParaRPr lang="en-US" sz="933" dirty="0"/>
          </a:p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(16×16 px)</a:t>
            </a:r>
            <a:endParaRPr lang="en-US" sz="933" dirty="0"/>
          </a:p>
        </p:txBody>
      </p:sp>
      <p:sp>
        <p:nvSpPr>
          <p:cNvPr id="12" name="Shape 10"/>
          <p:cNvSpPr/>
          <p:nvPr/>
        </p:nvSpPr>
        <p:spPr>
          <a:xfrm>
            <a:off x="2401824" y="2133600"/>
            <a:ext cx="14630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3" name="Shape 11"/>
          <p:cNvSpPr/>
          <p:nvPr/>
        </p:nvSpPr>
        <p:spPr>
          <a:xfrm>
            <a:off x="2548128" y="1731264"/>
            <a:ext cx="853440" cy="79248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4" name="Text 12"/>
          <p:cNvSpPr/>
          <p:nvPr/>
        </p:nvSpPr>
        <p:spPr>
          <a:xfrm>
            <a:off x="2548128" y="1731264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</a:t>
            </a:r>
            <a:endParaRPr lang="en-US" sz="933" dirty="0"/>
          </a:p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33" dirty="0"/>
          </a:p>
        </p:txBody>
      </p:sp>
      <p:sp>
        <p:nvSpPr>
          <p:cNvPr id="15" name="Shape 13"/>
          <p:cNvSpPr/>
          <p:nvPr/>
        </p:nvSpPr>
        <p:spPr>
          <a:xfrm>
            <a:off x="3401568" y="2133600"/>
            <a:ext cx="14630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6" name="Shape 14"/>
          <p:cNvSpPr/>
          <p:nvPr/>
        </p:nvSpPr>
        <p:spPr>
          <a:xfrm>
            <a:off x="3547872" y="1731264"/>
            <a:ext cx="853440" cy="792480"/>
          </a:xfrm>
          <a:prstGeom prst="rect">
            <a:avLst/>
          </a:prstGeom>
          <a:solidFill>
            <a:srgbClr val="0A1A3D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7" name="Text 15"/>
          <p:cNvSpPr/>
          <p:nvPr/>
        </p:nvSpPr>
        <p:spPr>
          <a:xfrm>
            <a:off x="3547872" y="1731264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Transformer</a:t>
            </a:r>
            <a:endParaRPr lang="en-US" sz="933" dirty="0"/>
          </a:p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</a:t>
            </a:r>
            <a:endParaRPr lang="en-US" sz="933" dirty="0"/>
          </a:p>
        </p:txBody>
      </p:sp>
      <p:sp>
        <p:nvSpPr>
          <p:cNvPr id="18" name="Shape 16"/>
          <p:cNvSpPr/>
          <p:nvPr/>
        </p:nvSpPr>
        <p:spPr>
          <a:xfrm>
            <a:off x="4401312" y="2133600"/>
            <a:ext cx="14630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9" name="Shape 17"/>
          <p:cNvSpPr/>
          <p:nvPr/>
        </p:nvSpPr>
        <p:spPr>
          <a:xfrm>
            <a:off x="4547616" y="1731264"/>
            <a:ext cx="853440" cy="792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20" name="Text 18"/>
          <p:cNvSpPr/>
          <p:nvPr/>
        </p:nvSpPr>
        <p:spPr>
          <a:xfrm>
            <a:off x="4547616" y="1731264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Linear(768,8)</a:t>
            </a:r>
            <a:endParaRPr lang="en-US" sz="933" dirty="0"/>
          </a:p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33" dirty="0"/>
          </a:p>
        </p:txBody>
      </p:sp>
      <p:sp>
        <p:nvSpPr>
          <p:cNvPr id="21" name="Text 19"/>
          <p:cNvSpPr/>
          <p:nvPr/>
        </p:nvSpPr>
        <p:spPr>
          <a:xfrm>
            <a:off x="609600" y="2743200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86.6M parameters (large model)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9600" y="3316224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ImageNet-21k (14M images)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9600" y="3889248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self-attention — every patch sees every other patch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9600" y="4462272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transformer blocks + 12 attention heads each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9600" y="5035296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whole-lesion asymmetry (ABCDE rule)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" y="5608320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LLRD fine-tuning protects pretrained features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39840" y="975360"/>
            <a:ext cx="5486400" cy="5486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28" name="Shape 26"/>
          <p:cNvSpPr/>
          <p:nvPr/>
        </p:nvSpPr>
        <p:spPr>
          <a:xfrm>
            <a:off x="6339840" y="975360"/>
            <a:ext cx="5486400" cy="6096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29" name="Text 27"/>
          <p:cNvSpPr/>
          <p:nvPr/>
        </p:nvSpPr>
        <p:spPr>
          <a:xfrm>
            <a:off x="6400800" y="975360"/>
            <a:ext cx="53644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MobileNetV3-Large  (Baseline)</a:t>
            </a:r>
            <a:endParaRPr lang="en-US" sz="1733" dirty="0"/>
          </a:p>
        </p:txBody>
      </p:sp>
      <p:sp>
        <p:nvSpPr>
          <p:cNvPr id="30" name="Shape 28"/>
          <p:cNvSpPr/>
          <p:nvPr/>
        </p:nvSpPr>
        <p:spPr>
          <a:xfrm>
            <a:off x="6522720" y="1731264"/>
            <a:ext cx="853440" cy="7924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31" name="Text 29"/>
          <p:cNvSpPr/>
          <p:nvPr/>
        </p:nvSpPr>
        <p:spPr>
          <a:xfrm>
            <a:off x="6522720" y="1731264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933" dirty="0"/>
          </a:p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33" dirty="0"/>
          </a:p>
        </p:txBody>
      </p:sp>
      <p:sp>
        <p:nvSpPr>
          <p:cNvPr id="32" name="Shape 30"/>
          <p:cNvSpPr/>
          <p:nvPr/>
        </p:nvSpPr>
        <p:spPr>
          <a:xfrm>
            <a:off x="7376160" y="2133600"/>
            <a:ext cx="14630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33" name="Shape 31"/>
          <p:cNvSpPr/>
          <p:nvPr/>
        </p:nvSpPr>
        <p:spPr>
          <a:xfrm>
            <a:off x="7522464" y="1731264"/>
            <a:ext cx="853440" cy="792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34" name="Text 32"/>
          <p:cNvSpPr/>
          <p:nvPr/>
        </p:nvSpPr>
        <p:spPr>
          <a:xfrm>
            <a:off x="7522464" y="1731264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Conv</a:t>
            </a:r>
            <a:endParaRPr lang="en-US" sz="933" dirty="0"/>
          </a:p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933" dirty="0"/>
          </a:p>
        </p:txBody>
      </p:sp>
      <p:sp>
        <p:nvSpPr>
          <p:cNvPr id="35" name="Shape 33"/>
          <p:cNvSpPr/>
          <p:nvPr/>
        </p:nvSpPr>
        <p:spPr>
          <a:xfrm>
            <a:off x="8375904" y="2133600"/>
            <a:ext cx="14630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36" name="Shape 34"/>
          <p:cNvSpPr/>
          <p:nvPr/>
        </p:nvSpPr>
        <p:spPr>
          <a:xfrm>
            <a:off x="8522208" y="1731264"/>
            <a:ext cx="853440" cy="79248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37" name="Text 35"/>
          <p:cNvSpPr/>
          <p:nvPr/>
        </p:nvSpPr>
        <p:spPr>
          <a:xfrm>
            <a:off x="8522208" y="1731264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SE-Block</a:t>
            </a:r>
            <a:endParaRPr lang="en-US" sz="933" dirty="0"/>
          </a:p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</a:t>
            </a:r>
            <a:endParaRPr lang="en-US" sz="933" dirty="0"/>
          </a:p>
        </p:txBody>
      </p:sp>
      <p:sp>
        <p:nvSpPr>
          <p:cNvPr id="38" name="Shape 36"/>
          <p:cNvSpPr/>
          <p:nvPr/>
        </p:nvSpPr>
        <p:spPr>
          <a:xfrm>
            <a:off x="9375648" y="2133600"/>
            <a:ext cx="14630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39" name="Shape 37"/>
          <p:cNvSpPr/>
          <p:nvPr/>
        </p:nvSpPr>
        <p:spPr>
          <a:xfrm>
            <a:off x="9521952" y="1731264"/>
            <a:ext cx="853440" cy="792480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40" name="Text 38"/>
          <p:cNvSpPr/>
          <p:nvPr/>
        </p:nvSpPr>
        <p:spPr>
          <a:xfrm>
            <a:off x="9521952" y="1731264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Hard-Swish</a:t>
            </a:r>
            <a:endParaRPr lang="en-US" sz="933" dirty="0"/>
          </a:p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933" dirty="0"/>
          </a:p>
        </p:txBody>
      </p:sp>
      <p:sp>
        <p:nvSpPr>
          <p:cNvPr id="41" name="Shape 39"/>
          <p:cNvSpPr/>
          <p:nvPr/>
        </p:nvSpPr>
        <p:spPr>
          <a:xfrm>
            <a:off x="10375392" y="2133600"/>
            <a:ext cx="14630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42" name="Shape 40"/>
          <p:cNvSpPr/>
          <p:nvPr/>
        </p:nvSpPr>
        <p:spPr>
          <a:xfrm>
            <a:off x="10521696" y="1731264"/>
            <a:ext cx="853440" cy="792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43" name="Text 41"/>
          <p:cNvSpPr/>
          <p:nvPr/>
        </p:nvSpPr>
        <p:spPr>
          <a:xfrm>
            <a:off x="10521696" y="1731264"/>
            <a:ext cx="85344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Linear(1280,8)</a:t>
            </a:r>
            <a:endParaRPr lang="en-US" sz="933" dirty="0"/>
          </a:p>
          <a:p>
            <a:pPr algn="ctr"/>
            <a:r>
              <a:rPr lang="en-US" sz="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33" dirty="0"/>
          </a:p>
        </p:txBody>
      </p:sp>
      <p:sp>
        <p:nvSpPr>
          <p:cNvPr id="44" name="Text 42"/>
          <p:cNvSpPr/>
          <p:nvPr/>
        </p:nvSpPr>
        <p:spPr>
          <a:xfrm>
            <a:off x="6583680" y="2743200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5.5M parameters (15× smaller than ViT)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583680" y="3316224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ImageNet-1k only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583680" y="3889248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convolution — sees small regions at a time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583680" y="4462272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convolutions for efficiency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83680" y="5035296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faster inference speed than ViT-B/16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3" name="Shape 1"/>
          <p:cNvSpPr/>
          <p:nvPr/>
        </p:nvSpPr>
        <p:spPr>
          <a:xfrm>
            <a:off x="0" y="877824"/>
            <a:ext cx="12192000" cy="60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4" name="Text 2"/>
          <p:cNvSpPr/>
          <p:nvPr/>
        </p:nvSpPr>
        <p:spPr>
          <a:xfrm>
            <a:off x="426720" y="121920"/>
            <a:ext cx="113385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Trained — Two-Phase Fine-Tuning 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43840" y="950976"/>
            <a:ext cx="11704320" cy="512064"/>
          </a:xfrm>
          <a:prstGeom prst="rect">
            <a:avLst/>
          </a:prstGeom>
          <a:solidFill>
            <a:srgbClr val="F4F6F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6" name="Text 4"/>
          <p:cNvSpPr/>
          <p:nvPr/>
        </p:nvSpPr>
        <p:spPr>
          <a:xfrm>
            <a:off x="426720" y="975360"/>
            <a:ext cx="11338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hiring a chef: first they learn your restaurant's menu (Phase 1), then they start adapting their cooking style to your cuisine (Phase 2).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243840" y="1560576"/>
            <a:ext cx="5705856" cy="4230624"/>
          </a:xfrm>
          <a:prstGeom prst="rect">
            <a:avLst/>
          </a:prstGeom>
          <a:solidFill>
            <a:srgbClr val="F0F7F4"/>
          </a:solidFill>
          <a:ln w="12700">
            <a:solidFill>
              <a:srgbClr val="1A6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 dirty="0"/>
          </a:p>
        </p:txBody>
      </p:sp>
      <p:sp>
        <p:nvSpPr>
          <p:cNvPr id="8" name="Shape 6"/>
          <p:cNvSpPr/>
          <p:nvPr/>
        </p:nvSpPr>
        <p:spPr>
          <a:xfrm>
            <a:off x="243840" y="1560576"/>
            <a:ext cx="5705856" cy="457789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AU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584960"/>
            <a:ext cx="5462016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Warm Up (</a:t>
            </a:r>
            <a:r>
              <a:rPr lang="en-US" sz="16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1–6 (ViT) / 1–5 (MobileNet)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78880" y="1560576"/>
            <a:ext cx="5547360" cy="4230624"/>
          </a:xfrm>
          <a:prstGeom prst="rect">
            <a:avLst/>
          </a:prstGeom>
          <a:solidFill>
            <a:srgbClr val="FEF9EC"/>
          </a:solidFill>
          <a:ln w="12700">
            <a:solidFill>
              <a:srgbClr val="D486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12" name="Shape 10"/>
          <p:cNvSpPr/>
          <p:nvPr/>
        </p:nvSpPr>
        <p:spPr>
          <a:xfrm>
            <a:off x="6278880" y="1560576"/>
            <a:ext cx="5705856" cy="585216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3" name="Text 11"/>
          <p:cNvSpPr/>
          <p:nvPr/>
        </p:nvSpPr>
        <p:spPr>
          <a:xfrm>
            <a:off x="6400800" y="1584961"/>
            <a:ext cx="5462016" cy="419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Fine-Tune (</a:t>
            </a:r>
            <a:r>
              <a:rPr lang="en-US" sz="16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7–30 (ViT) / 6–15 (MobileNet</a:t>
            </a:r>
            <a:r>
              <a:rPr lang="en-US" sz="16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1" y="2243328"/>
            <a:ext cx="5138056" cy="28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UNFREEZE the last 4 transformer blocks + output layer.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only last 4? Early layers detect simple things (edges, colours) — they work fine as-is. Deep layers detect complex patterns — these need to adapt to dermoscopy.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very small learning rate (2e-5) so we don't accidentally overwrite the good features.</a:t>
            </a:r>
          </a:p>
          <a:p>
            <a:endParaRPr lang="en-US" sz="1400" dirty="0">
              <a:solidFill>
                <a:srgbClr val="2C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warmup + gradient clipping (max_norm = 1.0) for stability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0" y="6498336"/>
            <a:ext cx="12192000" cy="365760"/>
          </a:xfrm>
          <a:prstGeom prst="rect">
            <a:avLst/>
          </a:prstGeom>
          <a:solidFill>
            <a:srgbClr val="F4F6F7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7" name="Text 14"/>
          <p:cNvSpPr/>
          <p:nvPr/>
        </p:nvSpPr>
        <p:spPr>
          <a:xfrm>
            <a:off x="365760" y="6522720"/>
            <a:ext cx="11460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both models converge smoothly — no performance drop at the phase switch, confirming the strategy protects pretrained knowledge.</a:t>
            </a:r>
            <a:endParaRPr lang="en-US" sz="12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8BB34F23-135E-5720-0EF4-EE0669A83630}"/>
              </a:ext>
            </a:extLst>
          </p:cNvPr>
          <p:cNvSpPr/>
          <p:nvPr/>
        </p:nvSpPr>
        <p:spPr>
          <a:xfrm>
            <a:off x="426720" y="2188464"/>
            <a:ext cx="5138056" cy="28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FREEZE the whole model except the final classification layer.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The model was pretrained on 14 million ImageNet images. If we change everything at once, it 'forgets' all that knowledge.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train the new output layer to learn: 'what does MEL look like? what does NV look like?' using the existing features.</a:t>
            </a:r>
            <a:endParaRPr lang="en-US" sz="1400" dirty="0"/>
          </a:p>
          <a:p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A1A3D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60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Strategy — Two-Phase Fine-Tuning</a:t>
            </a:r>
            <a:endParaRPr lang="en-US" sz="2667" dirty="0"/>
          </a:p>
        </p:txBody>
      </p:sp>
      <p:sp>
        <p:nvSpPr>
          <p:cNvPr id="4" name="Shape 2"/>
          <p:cNvSpPr/>
          <p:nvPr/>
        </p:nvSpPr>
        <p:spPr>
          <a:xfrm>
            <a:off x="365760" y="975360"/>
            <a:ext cx="11460480" cy="731520"/>
          </a:xfrm>
          <a:prstGeom prst="rect">
            <a:avLst/>
          </a:prstGeom>
          <a:solidFill>
            <a:srgbClr val="FEF9C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5" name="Shape 3"/>
          <p:cNvSpPr/>
          <p:nvPr/>
        </p:nvSpPr>
        <p:spPr>
          <a:xfrm>
            <a:off x="365760" y="97536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6" name="Text 4"/>
          <p:cNvSpPr/>
          <p:nvPr/>
        </p:nvSpPr>
        <p:spPr>
          <a:xfrm>
            <a:off x="609600" y="975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Like hiring a chef — Phase 1: learn the menu without changing the cooking style. Phase 2: adapt recipes to your cuisine.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365760" y="1889760"/>
            <a:ext cx="5486400" cy="463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8" name="Shape 6"/>
          <p:cNvSpPr/>
          <p:nvPr/>
        </p:nvSpPr>
        <p:spPr>
          <a:xfrm>
            <a:off x="365760" y="1889760"/>
            <a:ext cx="5486400" cy="853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U" sz="2400" dirty="0"/>
          </a:p>
        </p:txBody>
      </p:sp>
      <p:sp>
        <p:nvSpPr>
          <p:cNvPr id="9" name="Text 7"/>
          <p:cNvSpPr/>
          <p:nvPr/>
        </p:nvSpPr>
        <p:spPr>
          <a:xfrm>
            <a:off x="487680" y="1889760"/>
            <a:ext cx="5242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Warm Up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487680" y="2340864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1–6 (ViT) / 1–5 (MobileNet)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865120"/>
            <a:ext cx="5120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entire backbone — no backbone weights change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548640" y="3560064"/>
            <a:ext cx="5120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new classification head is trained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548640" y="4255008"/>
            <a:ext cx="5120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1e-3 with OneCycleLR scheduler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548640" y="4949952"/>
            <a:ext cx="5120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Model pretrained on 14M images — don't destroy that knowledge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548640" y="5644896"/>
            <a:ext cx="5120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learns: 'What does MEL look like vs NV?'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6278880" y="1889760"/>
            <a:ext cx="5486400" cy="463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17" name="Shape 15"/>
          <p:cNvSpPr/>
          <p:nvPr/>
        </p:nvSpPr>
        <p:spPr>
          <a:xfrm>
            <a:off x="6278880" y="1889760"/>
            <a:ext cx="5486400" cy="8534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8" name="Text 16"/>
          <p:cNvSpPr/>
          <p:nvPr/>
        </p:nvSpPr>
        <p:spPr>
          <a:xfrm>
            <a:off x="6400800" y="1889760"/>
            <a:ext cx="52425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Fine-Tune</a:t>
            </a:r>
            <a:endParaRPr lang="en-US" sz="1867" dirty="0"/>
          </a:p>
        </p:txBody>
      </p:sp>
      <p:sp>
        <p:nvSpPr>
          <p:cNvPr id="19" name="Text 17"/>
          <p:cNvSpPr/>
          <p:nvPr/>
        </p:nvSpPr>
        <p:spPr>
          <a:xfrm>
            <a:off x="6400800" y="2340864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7–30 (ViT) / 6–15 (MobileNet)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61760" y="2865120"/>
            <a:ext cx="5120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all 12 transformer blocks for ViT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6461760" y="3560064"/>
            <a:ext cx="5120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Layer-wise Learning Rate Decay (LLRD): factor = 0.65 per layer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6461760" y="4255008"/>
            <a:ext cx="5120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blocks: ~2e-4 LR  |  Shallow blocks: ~2e-6 LR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6461760" y="4949952"/>
            <a:ext cx="5120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LLRD? Early layers detect edges — they don't need to change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6461760" y="5644896"/>
            <a:ext cx="5120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warmup + gradient clipping (max_norm = 1.0) for stability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365760" y="6278880"/>
            <a:ext cx="11460480" cy="304800"/>
          </a:xfrm>
          <a:prstGeom prst="rect">
            <a:avLst/>
          </a:prstGeom>
          <a:solidFill>
            <a:srgbClr val="0A1A3D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26" name="Text 24"/>
          <p:cNvSpPr/>
          <p:nvPr/>
        </p:nvSpPr>
        <p:spPr>
          <a:xfrm>
            <a:off x="487680" y="6278880"/>
            <a:ext cx="112166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Both models converge smoothly with no performance drop at phase switch — confirming the strategy protects pretrained knowledge.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3" name="Shape 1"/>
          <p:cNvSpPr/>
          <p:nvPr/>
        </p:nvSpPr>
        <p:spPr>
          <a:xfrm>
            <a:off x="0" y="877824"/>
            <a:ext cx="12192000" cy="60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4" name="Text 2"/>
          <p:cNvSpPr/>
          <p:nvPr/>
        </p:nvSpPr>
        <p:spPr>
          <a:xfrm>
            <a:off x="426720" y="121920"/>
            <a:ext cx="113385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 — How Both Models Learned Over Time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43840" y="5608320"/>
            <a:ext cx="3840480" cy="1219200"/>
          </a:xfrm>
          <a:prstGeom prst="rect">
            <a:avLst/>
          </a:prstGeom>
          <a:solidFill>
            <a:srgbClr val="FAFCFB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7" name="Shape 4"/>
          <p:cNvSpPr/>
          <p:nvPr/>
        </p:nvSpPr>
        <p:spPr>
          <a:xfrm>
            <a:off x="243840" y="5608320"/>
            <a:ext cx="3840480" cy="426720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8" name="Text 5"/>
          <p:cNvSpPr/>
          <p:nvPr/>
        </p:nvSpPr>
        <p:spPr>
          <a:xfrm>
            <a:off x="365760" y="5632704"/>
            <a:ext cx="359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(Ep 1–6)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6096000"/>
            <a:ext cx="359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only — backbone frozen.</a:t>
            </a:r>
            <a:endParaRPr lang="en-US" sz="1267" dirty="0"/>
          </a:p>
          <a:p>
            <a:r>
              <a:rPr lang="en-US" sz="1267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warm up slowly.</a:t>
            </a:r>
            <a:endParaRPr lang="en-US" sz="1267" dirty="0"/>
          </a:p>
        </p:txBody>
      </p:sp>
      <p:sp>
        <p:nvSpPr>
          <p:cNvPr id="10" name="Shape 7"/>
          <p:cNvSpPr/>
          <p:nvPr/>
        </p:nvSpPr>
        <p:spPr>
          <a:xfrm>
            <a:off x="4328160" y="5608320"/>
            <a:ext cx="3840480" cy="1219200"/>
          </a:xfrm>
          <a:prstGeom prst="rect">
            <a:avLst/>
          </a:prstGeom>
          <a:solidFill>
            <a:srgbClr val="FAFCFB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1" name="Shape 8"/>
          <p:cNvSpPr/>
          <p:nvPr/>
        </p:nvSpPr>
        <p:spPr>
          <a:xfrm>
            <a:off x="4328160" y="5608320"/>
            <a:ext cx="3840480" cy="42672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2" name="Text 9"/>
          <p:cNvSpPr/>
          <p:nvPr/>
        </p:nvSpPr>
        <p:spPr>
          <a:xfrm>
            <a:off x="4450080" y="5632704"/>
            <a:ext cx="359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(Ep 7–30)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50080" y="6096000"/>
            <a:ext cx="359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unlocks deeper blocks.</a:t>
            </a:r>
            <a:endParaRPr lang="en-US" sz="1267" dirty="0"/>
          </a:p>
          <a:p>
            <a:r>
              <a:rPr lang="en-US" sz="1267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improves more sharply.</a:t>
            </a:r>
            <a:endParaRPr lang="en-US" sz="1267" dirty="0"/>
          </a:p>
        </p:txBody>
      </p:sp>
      <p:sp>
        <p:nvSpPr>
          <p:cNvPr id="14" name="Shape 11"/>
          <p:cNvSpPr/>
          <p:nvPr/>
        </p:nvSpPr>
        <p:spPr>
          <a:xfrm>
            <a:off x="8412480" y="5608320"/>
            <a:ext cx="3840480" cy="1219200"/>
          </a:xfrm>
          <a:prstGeom prst="rect">
            <a:avLst/>
          </a:prstGeom>
          <a:solidFill>
            <a:srgbClr val="FAFCF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5" name="Shape 12"/>
          <p:cNvSpPr/>
          <p:nvPr/>
        </p:nvSpPr>
        <p:spPr>
          <a:xfrm>
            <a:off x="8412480" y="5608320"/>
            <a:ext cx="3840480" cy="4267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6" name="Text 13"/>
          <p:cNvSpPr/>
          <p:nvPr/>
        </p:nvSpPr>
        <p:spPr>
          <a:xfrm>
            <a:off x="8534400" y="5632704"/>
            <a:ext cx="359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534400" y="6096000"/>
            <a:ext cx="359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ends lower loss &amp; higher accuracy than MobileNet.</a:t>
            </a:r>
            <a:endParaRPr lang="en-US" sz="1267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ADC4338-BB02-BF65-E1BA-A98355B1B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9745"/>
            <a:ext cx="12192000" cy="43448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A1A3D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60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Metric — ViT-B/16  MobileNetV3-Large</a:t>
            </a:r>
            <a:endParaRPr lang="en-US" sz="2667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077760846"/>
              </p:ext>
            </p:extLst>
          </p:nvPr>
        </p:nvGraphicFramePr>
        <p:xfrm>
          <a:off x="365760" y="914400"/>
          <a:ext cx="6705600" cy="499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975360"/>
            <a:ext cx="4511040" cy="6705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6" name="Text 3"/>
          <p:cNvSpPr/>
          <p:nvPr/>
        </p:nvSpPr>
        <p:spPr>
          <a:xfrm>
            <a:off x="7376160" y="1072896"/>
            <a:ext cx="1584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67" dirty="0"/>
          </a:p>
        </p:txBody>
      </p:sp>
      <p:sp>
        <p:nvSpPr>
          <p:cNvPr id="7" name="Text 4"/>
          <p:cNvSpPr/>
          <p:nvPr/>
        </p:nvSpPr>
        <p:spPr>
          <a:xfrm>
            <a:off x="8961120" y="1072896"/>
            <a:ext cx="975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82.63%</a:t>
            </a:r>
            <a:endParaRPr lang="en-US" sz="1333" dirty="0"/>
          </a:p>
        </p:txBody>
      </p:sp>
      <p:sp>
        <p:nvSpPr>
          <p:cNvPr id="8" name="Text 5"/>
          <p:cNvSpPr/>
          <p:nvPr/>
        </p:nvSpPr>
        <p:spPr>
          <a:xfrm>
            <a:off x="9936480" y="1072896"/>
            <a:ext cx="975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50.29%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10911840" y="1097280"/>
            <a:ext cx="829056" cy="390144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0" name="Text 7"/>
          <p:cNvSpPr/>
          <p:nvPr/>
        </p:nvSpPr>
        <p:spPr>
          <a:xfrm>
            <a:off x="10911840" y="1097280"/>
            <a:ext cx="82905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+32.3pp</a:t>
            </a:r>
            <a:endParaRPr lang="en-US" sz="1067" dirty="0"/>
          </a:p>
        </p:txBody>
      </p:sp>
      <p:sp>
        <p:nvSpPr>
          <p:cNvPr id="11" name="Shape 8"/>
          <p:cNvSpPr/>
          <p:nvPr/>
        </p:nvSpPr>
        <p:spPr>
          <a:xfrm>
            <a:off x="7315200" y="1731264"/>
            <a:ext cx="4511040" cy="670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12" name="Text 9"/>
          <p:cNvSpPr/>
          <p:nvPr/>
        </p:nvSpPr>
        <p:spPr>
          <a:xfrm>
            <a:off x="7376160" y="1828800"/>
            <a:ext cx="1584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Acc.</a:t>
            </a:r>
            <a:endParaRPr lang="en-US" sz="1267" dirty="0"/>
          </a:p>
        </p:txBody>
      </p:sp>
      <p:sp>
        <p:nvSpPr>
          <p:cNvPr id="13" name="Text 10"/>
          <p:cNvSpPr/>
          <p:nvPr/>
        </p:nvSpPr>
        <p:spPr>
          <a:xfrm>
            <a:off x="8961120" y="1828800"/>
            <a:ext cx="975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83.93%</a:t>
            </a:r>
            <a:endParaRPr lang="en-US" sz="1333" dirty="0"/>
          </a:p>
        </p:txBody>
      </p:sp>
      <p:sp>
        <p:nvSpPr>
          <p:cNvPr id="14" name="Text 11"/>
          <p:cNvSpPr/>
          <p:nvPr/>
        </p:nvSpPr>
        <p:spPr>
          <a:xfrm>
            <a:off x="9936480" y="1828800"/>
            <a:ext cx="975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71.67%</a:t>
            </a:r>
            <a:endParaRPr lang="en-US" sz="1333" dirty="0"/>
          </a:p>
        </p:txBody>
      </p:sp>
      <p:sp>
        <p:nvSpPr>
          <p:cNvPr id="15" name="Shape 12"/>
          <p:cNvSpPr/>
          <p:nvPr/>
        </p:nvSpPr>
        <p:spPr>
          <a:xfrm>
            <a:off x="10911840" y="1853184"/>
            <a:ext cx="829056" cy="390144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6" name="Text 13"/>
          <p:cNvSpPr/>
          <p:nvPr/>
        </p:nvSpPr>
        <p:spPr>
          <a:xfrm>
            <a:off x="10911840" y="1853184"/>
            <a:ext cx="82905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+12.3pp</a:t>
            </a:r>
            <a:endParaRPr lang="en-US" sz="1067" dirty="0"/>
          </a:p>
        </p:txBody>
      </p:sp>
      <p:sp>
        <p:nvSpPr>
          <p:cNvPr id="17" name="Shape 14"/>
          <p:cNvSpPr/>
          <p:nvPr/>
        </p:nvSpPr>
        <p:spPr>
          <a:xfrm>
            <a:off x="7315200" y="2487168"/>
            <a:ext cx="4511040" cy="6705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18" name="Text 15"/>
          <p:cNvSpPr/>
          <p:nvPr/>
        </p:nvSpPr>
        <p:spPr>
          <a:xfrm>
            <a:off x="7376160" y="2584704"/>
            <a:ext cx="1584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267" dirty="0"/>
          </a:p>
        </p:txBody>
      </p:sp>
      <p:sp>
        <p:nvSpPr>
          <p:cNvPr id="19" name="Text 16"/>
          <p:cNvSpPr/>
          <p:nvPr/>
        </p:nvSpPr>
        <p:spPr>
          <a:xfrm>
            <a:off x="8961120" y="2584704"/>
            <a:ext cx="975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0.776</a:t>
            </a:r>
            <a:endParaRPr lang="en-US" sz="1333" dirty="0"/>
          </a:p>
        </p:txBody>
      </p:sp>
      <p:sp>
        <p:nvSpPr>
          <p:cNvPr id="20" name="Text 17"/>
          <p:cNvSpPr/>
          <p:nvPr/>
        </p:nvSpPr>
        <p:spPr>
          <a:xfrm>
            <a:off x="9936480" y="2584704"/>
            <a:ext cx="975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0.446</a:t>
            </a:r>
            <a:endParaRPr lang="en-US" sz="1333" dirty="0"/>
          </a:p>
        </p:txBody>
      </p:sp>
      <p:sp>
        <p:nvSpPr>
          <p:cNvPr id="21" name="Shape 18"/>
          <p:cNvSpPr/>
          <p:nvPr/>
        </p:nvSpPr>
        <p:spPr>
          <a:xfrm>
            <a:off x="10911840" y="2609088"/>
            <a:ext cx="829056" cy="390144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22" name="Text 19"/>
          <p:cNvSpPr/>
          <p:nvPr/>
        </p:nvSpPr>
        <p:spPr>
          <a:xfrm>
            <a:off x="10911840" y="2609088"/>
            <a:ext cx="82905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+0.330</a:t>
            </a:r>
            <a:endParaRPr lang="en-US" sz="1067" dirty="0"/>
          </a:p>
        </p:txBody>
      </p:sp>
      <p:sp>
        <p:nvSpPr>
          <p:cNvPr id="23" name="Shape 20"/>
          <p:cNvSpPr/>
          <p:nvPr/>
        </p:nvSpPr>
        <p:spPr>
          <a:xfrm>
            <a:off x="7315200" y="3243072"/>
            <a:ext cx="4511040" cy="670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24" name="Text 21"/>
          <p:cNvSpPr/>
          <p:nvPr/>
        </p:nvSpPr>
        <p:spPr>
          <a:xfrm>
            <a:off x="7376160" y="3340608"/>
            <a:ext cx="1584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67" dirty="0"/>
          </a:p>
        </p:txBody>
      </p:sp>
      <p:sp>
        <p:nvSpPr>
          <p:cNvPr id="25" name="Text 22"/>
          <p:cNvSpPr/>
          <p:nvPr/>
        </p:nvSpPr>
        <p:spPr>
          <a:xfrm>
            <a:off x="8961120" y="3340608"/>
            <a:ext cx="975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0.938</a:t>
            </a:r>
            <a:endParaRPr lang="en-US" sz="1333" dirty="0"/>
          </a:p>
        </p:txBody>
      </p:sp>
      <p:sp>
        <p:nvSpPr>
          <p:cNvPr id="26" name="Text 23"/>
          <p:cNvSpPr/>
          <p:nvPr/>
        </p:nvSpPr>
        <p:spPr>
          <a:xfrm>
            <a:off x="9936480" y="3340608"/>
            <a:ext cx="975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0.930</a:t>
            </a:r>
            <a:endParaRPr lang="en-US" sz="1333" dirty="0"/>
          </a:p>
        </p:txBody>
      </p:sp>
      <p:sp>
        <p:nvSpPr>
          <p:cNvPr id="27" name="Shape 24"/>
          <p:cNvSpPr/>
          <p:nvPr/>
        </p:nvSpPr>
        <p:spPr>
          <a:xfrm>
            <a:off x="10911840" y="3364992"/>
            <a:ext cx="829056" cy="390144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28" name="Text 25"/>
          <p:cNvSpPr/>
          <p:nvPr/>
        </p:nvSpPr>
        <p:spPr>
          <a:xfrm>
            <a:off x="10911840" y="3364992"/>
            <a:ext cx="82905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+0.008</a:t>
            </a:r>
            <a:endParaRPr lang="en-US" sz="1067" dirty="0"/>
          </a:p>
        </p:txBody>
      </p:sp>
      <p:sp>
        <p:nvSpPr>
          <p:cNvPr id="29" name="Shape 26"/>
          <p:cNvSpPr/>
          <p:nvPr/>
        </p:nvSpPr>
        <p:spPr>
          <a:xfrm>
            <a:off x="7315200" y="3998976"/>
            <a:ext cx="4511040" cy="6705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30" name="Text 27"/>
          <p:cNvSpPr/>
          <p:nvPr/>
        </p:nvSpPr>
        <p:spPr>
          <a:xfrm>
            <a:off x="7376160" y="4096512"/>
            <a:ext cx="1584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Recall</a:t>
            </a:r>
            <a:endParaRPr lang="en-US" sz="1267" dirty="0"/>
          </a:p>
        </p:txBody>
      </p:sp>
      <p:sp>
        <p:nvSpPr>
          <p:cNvPr id="31" name="Text 28"/>
          <p:cNvSpPr/>
          <p:nvPr/>
        </p:nvSpPr>
        <p:spPr>
          <a:xfrm>
            <a:off x="8961120" y="4096512"/>
            <a:ext cx="975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0.817</a:t>
            </a:r>
            <a:endParaRPr lang="en-US" sz="1333" dirty="0"/>
          </a:p>
        </p:txBody>
      </p:sp>
      <p:sp>
        <p:nvSpPr>
          <p:cNvPr id="32" name="Text 29"/>
          <p:cNvSpPr/>
          <p:nvPr/>
        </p:nvSpPr>
        <p:spPr>
          <a:xfrm>
            <a:off x="9936480" y="4096512"/>
            <a:ext cx="975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~0.63</a:t>
            </a:r>
            <a:endParaRPr lang="en-US" sz="1333" dirty="0"/>
          </a:p>
        </p:txBody>
      </p:sp>
      <p:sp>
        <p:nvSpPr>
          <p:cNvPr id="33" name="Shape 30"/>
          <p:cNvSpPr/>
          <p:nvPr/>
        </p:nvSpPr>
        <p:spPr>
          <a:xfrm>
            <a:off x="10911840" y="4120896"/>
            <a:ext cx="829056" cy="390144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34" name="Text 31"/>
          <p:cNvSpPr/>
          <p:nvPr/>
        </p:nvSpPr>
        <p:spPr>
          <a:xfrm>
            <a:off x="10911840" y="4120896"/>
            <a:ext cx="82905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+0.19</a:t>
            </a:r>
            <a:endParaRPr lang="en-US" sz="1067" dirty="0"/>
          </a:p>
        </p:txBody>
      </p:sp>
      <p:sp>
        <p:nvSpPr>
          <p:cNvPr id="35" name="Shape 32"/>
          <p:cNvSpPr/>
          <p:nvPr/>
        </p:nvSpPr>
        <p:spPr>
          <a:xfrm>
            <a:off x="7315200" y="4754880"/>
            <a:ext cx="4511040" cy="670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36" name="Text 33"/>
          <p:cNvSpPr/>
          <p:nvPr/>
        </p:nvSpPr>
        <p:spPr>
          <a:xfrm>
            <a:off x="7376160" y="4852416"/>
            <a:ext cx="1584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67" dirty="0"/>
          </a:p>
        </p:txBody>
      </p:sp>
      <p:sp>
        <p:nvSpPr>
          <p:cNvPr id="37" name="Text 34"/>
          <p:cNvSpPr/>
          <p:nvPr/>
        </p:nvSpPr>
        <p:spPr>
          <a:xfrm>
            <a:off x="8961120" y="4852416"/>
            <a:ext cx="975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86.6M</a:t>
            </a:r>
            <a:endParaRPr lang="en-US" sz="1333" dirty="0"/>
          </a:p>
        </p:txBody>
      </p:sp>
      <p:sp>
        <p:nvSpPr>
          <p:cNvPr id="38" name="Text 35"/>
          <p:cNvSpPr/>
          <p:nvPr/>
        </p:nvSpPr>
        <p:spPr>
          <a:xfrm>
            <a:off x="9936480" y="4852416"/>
            <a:ext cx="975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5.5M</a:t>
            </a:r>
            <a:endParaRPr lang="en-US" sz="1333" dirty="0"/>
          </a:p>
        </p:txBody>
      </p:sp>
      <p:sp>
        <p:nvSpPr>
          <p:cNvPr id="39" name="Shape 36"/>
          <p:cNvSpPr/>
          <p:nvPr/>
        </p:nvSpPr>
        <p:spPr>
          <a:xfrm>
            <a:off x="10911840" y="4876800"/>
            <a:ext cx="829056" cy="390144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40" name="Text 37"/>
          <p:cNvSpPr/>
          <p:nvPr/>
        </p:nvSpPr>
        <p:spPr>
          <a:xfrm>
            <a:off x="10911840" y="4876800"/>
            <a:ext cx="82905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15× larger</a:t>
            </a:r>
            <a:endParaRPr lang="en-US" sz="1067" dirty="0"/>
          </a:p>
        </p:txBody>
      </p:sp>
      <p:sp>
        <p:nvSpPr>
          <p:cNvPr id="41" name="Shape 38"/>
          <p:cNvSpPr/>
          <p:nvPr/>
        </p:nvSpPr>
        <p:spPr>
          <a:xfrm>
            <a:off x="7315200" y="5510784"/>
            <a:ext cx="4511040" cy="6705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42" name="Text 39"/>
          <p:cNvSpPr/>
          <p:nvPr/>
        </p:nvSpPr>
        <p:spPr>
          <a:xfrm>
            <a:off x="7376160" y="5608320"/>
            <a:ext cx="15849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67" dirty="0"/>
          </a:p>
        </p:txBody>
      </p:sp>
      <p:sp>
        <p:nvSpPr>
          <p:cNvPr id="43" name="Text 40"/>
          <p:cNvSpPr/>
          <p:nvPr/>
        </p:nvSpPr>
        <p:spPr>
          <a:xfrm>
            <a:off x="8961120" y="5608320"/>
            <a:ext cx="975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</a:t>
            </a:r>
            <a:endParaRPr lang="en-US" sz="1333" dirty="0"/>
          </a:p>
        </p:txBody>
      </p:sp>
      <p:sp>
        <p:nvSpPr>
          <p:cNvPr id="44" name="Text 41"/>
          <p:cNvSpPr/>
          <p:nvPr/>
        </p:nvSpPr>
        <p:spPr>
          <a:xfrm>
            <a:off x="9936480" y="5608320"/>
            <a:ext cx="9753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faster</a:t>
            </a:r>
            <a:endParaRPr lang="en-US" sz="1333" dirty="0"/>
          </a:p>
        </p:txBody>
      </p:sp>
      <p:sp>
        <p:nvSpPr>
          <p:cNvPr id="45" name="Shape 42"/>
          <p:cNvSpPr/>
          <p:nvPr/>
        </p:nvSpPr>
        <p:spPr>
          <a:xfrm>
            <a:off x="10911840" y="5632704"/>
            <a:ext cx="829056" cy="390144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46" name="Text 43"/>
          <p:cNvSpPr/>
          <p:nvPr/>
        </p:nvSpPr>
        <p:spPr>
          <a:xfrm>
            <a:off x="10911840" y="5632704"/>
            <a:ext cx="82905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67" dirty="0"/>
          </a:p>
        </p:txBody>
      </p:sp>
      <p:sp>
        <p:nvSpPr>
          <p:cNvPr id="47" name="Text 44"/>
          <p:cNvSpPr/>
          <p:nvPr/>
        </p:nvSpPr>
        <p:spPr>
          <a:xfrm>
            <a:off x="7376160" y="877824"/>
            <a:ext cx="1584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33" dirty="0"/>
          </a:p>
        </p:txBody>
      </p:sp>
      <p:sp>
        <p:nvSpPr>
          <p:cNvPr id="48" name="Text 45"/>
          <p:cNvSpPr/>
          <p:nvPr/>
        </p:nvSpPr>
        <p:spPr>
          <a:xfrm>
            <a:off x="8961120" y="877824"/>
            <a:ext cx="9753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</a:t>
            </a:r>
            <a:endParaRPr lang="en-US" sz="1133" dirty="0"/>
          </a:p>
        </p:txBody>
      </p:sp>
      <p:sp>
        <p:nvSpPr>
          <p:cNvPr id="49" name="Text 46"/>
          <p:cNvSpPr/>
          <p:nvPr/>
        </p:nvSpPr>
        <p:spPr>
          <a:xfrm>
            <a:off x="9936480" y="877824"/>
            <a:ext cx="9753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</a:t>
            </a:r>
            <a:endParaRPr lang="en-US" sz="1133" dirty="0"/>
          </a:p>
        </p:txBody>
      </p:sp>
      <p:sp>
        <p:nvSpPr>
          <p:cNvPr id="50" name="Text 47"/>
          <p:cNvSpPr/>
          <p:nvPr/>
        </p:nvSpPr>
        <p:spPr>
          <a:xfrm>
            <a:off x="10911840" y="877824"/>
            <a:ext cx="829056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13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3" name="Shape 1"/>
          <p:cNvSpPr/>
          <p:nvPr/>
        </p:nvSpPr>
        <p:spPr>
          <a:xfrm>
            <a:off x="0" y="877824"/>
            <a:ext cx="12192000" cy="609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4" name="Text 2"/>
          <p:cNvSpPr/>
          <p:nvPr/>
        </p:nvSpPr>
        <p:spPr>
          <a:xfrm>
            <a:off x="426720" y="121920"/>
            <a:ext cx="1133856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Specs Comparison — ViT-B/16 vs MobileNetV3-Large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50976"/>
            <a:ext cx="11826240" cy="47304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43840" y="5754624"/>
            <a:ext cx="5669280" cy="1072896"/>
          </a:xfrm>
          <a:prstGeom prst="rect">
            <a:avLst/>
          </a:prstGeom>
          <a:solidFill>
            <a:srgbClr val="F0F7F4"/>
          </a:solidFill>
          <a:ln w="12700">
            <a:solidFill>
              <a:srgbClr val="1A6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7" name="Shape 4"/>
          <p:cNvSpPr/>
          <p:nvPr/>
        </p:nvSpPr>
        <p:spPr>
          <a:xfrm>
            <a:off x="243840" y="5754624"/>
            <a:ext cx="5669280" cy="438912"/>
          </a:xfrm>
          <a:prstGeom prst="rect">
            <a:avLst/>
          </a:prstGeom>
          <a:solidFill>
            <a:srgbClr val="1A6B4A"/>
          </a:solidFill>
          <a:ln w="12700">
            <a:solidFill>
              <a:srgbClr val="1A6B4A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8" name="Text 5"/>
          <p:cNvSpPr/>
          <p:nvPr/>
        </p:nvSpPr>
        <p:spPr>
          <a:xfrm>
            <a:off x="390144" y="5779008"/>
            <a:ext cx="5376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Choose ViT when...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90144" y="6242304"/>
            <a:ext cx="5376672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the most accurate result and have a GPU available. Research, hospital diagnostics systems, or anywhere accuracy matters more than speed.</a:t>
            </a:r>
            <a:endParaRPr lang="en-US" sz="1333" dirty="0"/>
          </a:p>
        </p:txBody>
      </p:sp>
      <p:sp>
        <p:nvSpPr>
          <p:cNvPr id="10" name="Shape 7"/>
          <p:cNvSpPr/>
          <p:nvPr/>
        </p:nvSpPr>
        <p:spPr>
          <a:xfrm>
            <a:off x="6278880" y="5754624"/>
            <a:ext cx="5669280" cy="1072896"/>
          </a:xfrm>
          <a:prstGeom prst="rect">
            <a:avLst/>
          </a:prstGeom>
          <a:solidFill>
            <a:srgbClr val="FEF9EC"/>
          </a:solidFill>
          <a:ln w="12700">
            <a:solidFill>
              <a:srgbClr val="D4860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11" name="Shape 8"/>
          <p:cNvSpPr/>
          <p:nvPr/>
        </p:nvSpPr>
        <p:spPr>
          <a:xfrm>
            <a:off x="6278880" y="5754624"/>
            <a:ext cx="5669280" cy="438912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2" name="Text 9"/>
          <p:cNvSpPr/>
          <p:nvPr/>
        </p:nvSpPr>
        <p:spPr>
          <a:xfrm>
            <a:off x="6425184" y="5779008"/>
            <a:ext cx="5376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Choose MobileNetV3 when...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25184" y="6242304"/>
            <a:ext cx="5376672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size matter — mobile apps, wearables, real-time screening tools in remote clinics with limited internet or computing power.</a:t>
            </a:r>
            <a:endParaRPr lang="en-US" sz="133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0A1A3D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60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 — Where Models Make Mistakes</a:t>
            </a:r>
            <a:endParaRPr lang="en-US" sz="2667" dirty="0"/>
          </a:p>
        </p:txBody>
      </p:sp>
      <p:sp>
        <p:nvSpPr>
          <p:cNvPr id="4" name="Text 2"/>
          <p:cNvSpPr/>
          <p:nvPr/>
        </p:nvSpPr>
        <p:spPr>
          <a:xfrm>
            <a:off x="924253" y="550393"/>
            <a:ext cx="52425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1067" dirty="0"/>
          </a:p>
        </p:txBody>
      </p:sp>
      <p:sp>
        <p:nvSpPr>
          <p:cNvPr id="5" name="Text 3"/>
          <p:cNvSpPr/>
          <p:nvPr/>
        </p:nvSpPr>
        <p:spPr>
          <a:xfrm rot="16200000">
            <a:off x="463296" y="3037550"/>
            <a:ext cx="97536" cy="11913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</a:t>
            </a:r>
            <a:endParaRPr lang="en-US" sz="1067" dirty="0"/>
          </a:p>
        </p:txBody>
      </p:sp>
      <p:sp>
        <p:nvSpPr>
          <p:cNvPr id="6" name="Text 4"/>
          <p:cNvSpPr/>
          <p:nvPr/>
        </p:nvSpPr>
        <p:spPr>
          <a:xfrm>
            <a:off x="999744" y="829056"/>
            <a:ext cx="585216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1219200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33728" y="829056"/>
            <a:ext cx="585216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064" y="1853184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67712" y="829056"/>
            <a:ext cx="585216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" y="2487168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01696" y="829056"/>
            <a:ext cx="585216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" y="3121152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35680" y="829056"/>
            <a:ext cx="585216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" y="3755136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69664" y="829056"/>
            <a:ext cx="585216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" y="4389120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3648" y="829056"/>
            <a:ext cx="585216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" y="5023104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37632" y="829056"/>
            <a:ext cx="585216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" y="5657088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b="1" dirty="0">
                <a:solidFill>
                  <a:srgbClr val="0A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75360" y="1097280"/>
            <a:ext cx="633984" cy="633984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23" name="Text 21"/>
          <p:cNvSpPr/>
          <p:nvPr/>
        </p:nvSpPr>
        <p:spPr>
          <a:xfrm>
            <a:off x="975360" y="109728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09344" y="1097280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25" name="Text 23"/>
          <p:cNvSpPr/>
          <p:nvPr/>
        </p:nvSpPr>
        <p:spPr>
          <a:xfrm>
            <a:off x="1609344" y="109728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43328" y="1097280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27" name="Text 25"/>
          <p:cNvSpPr/>
          <p:nvPr/>
        </p:nvSpPr>
        <p:spPr>
          <a:xfrm>
            <a:off x="2243328" y="109728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77312" y="1097280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29" name="Text 27"/>
          <p:cNvSpPr/>
          <p:nvPr/>
        </p:nvSpPr>
        <p:spPr>
          <a:xfrm>
            <a:off x="2877312" y="109728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11296" y="1097280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31" name="Text 29"/>
          <p:cNvSpPr/>
          <p:nvPr/>
        </p:nvSpPr>
        <p:spPr>
          <a:xfrm>
            <a:off x="3511296" y="109728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45280" y="1097280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33" name="Text 31"/>
          <p:cNvSpPr/>
          <p:nvPr/>
        </p:nvSpPr>
        <p:spPr>
          <a:xfrm>
            <a:off x="4145280" y="109728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9264" y="1097280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35" name="Text 33"/>
          <p:cNvSpPr/>
          <p:nvPr/>
        </p:nvSpPr>
        <p:spPr>
          <a:xfrm>
            <a:off x="4779264" y="109728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13248" y="1097280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37" name="Text 35"/>
          <p:cNvSpPr/>
          <p:nvPr/>
        </p:nvSpPr>
        <p:spPr>
          <a:xfrm>
            <a:off x="5413248" y="109728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75360" y="1731264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39" name="Text 37"/>
          <p:cNvSpPr/>
          <p:nvPr/>
        </p:nvSpPr>
        <p:spPr>
          <a:xfrm>
            <a:off x="975360" y="173126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609344" y="1731264"/>
            <a:ext cx="633984" cy="633984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41" name="Text 39"/>
          <p:cNvSpPr/>
          <p:nvPr/>
        </p:nvSpPr>
        <p:spPr>
          <a:xfrm>
            <a:off x="1609344" y="173126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243328" y="1731264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43" name="Text 41"/>
          <p:cNvSpPr/>
          <p:nvPr/>
        </p:nvSpPr>
        <p:spPr>
          <a:xfrm>
            <a:off x="2243328" y="173126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77312" y="1731264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45" name="Text 43"/>
          <p:cNvSpPr/>
          <p:nvPr/>
        </p:nvSpPr>
        <p:spPr>
          <a:xfrm>
            <a:off x="2877312" y="173126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511296" y="1731264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47" name="Text 45"/>
          <p:cNvSpPr/>
          <p:nvPr/>
        </p:nvSpPr>
        <p:spPr>
          <a:xfrm>
            <a:off x="3511296" y="173126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45280" y="1731264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49" name="Text 47"/>
          <p:cNvSpPr/>
          <p:nvPr/>
        </p:nvSpPr>
        <p:spPr>
          <a:xfrm>
            <a:off x="4145280" y="173126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79264" y="1731264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51" name="Text 49"/>
          <p:cNvSpPr/>
          <p:nvPr/>
        </p:nvSpPr>
        <p:spPr>
          <a:xfrm>
            <a:off x="4779264" y="173126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13248" y="1731264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53" name="Text 51"/>
          <p:cNvSpPr/>
          <p:nvPr/>
        </p:nvSpPr>
        <p:spPr>
          <a:xfrm>
            <a:off x="5413248" y="173126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75360" y="2365248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55" name="Text 53"/>
          <p:cNvSpPr/>
          <p:nvPr/>
        </p:nvSpPr>
        <p:spPr>
          <a:xfrm>
            <a:off x="975360" y="236524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609344" y="2365248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57" name="Text 55"/>
          <p:cNvSpPr/>
          <p:nvPr/>
        </p:nvSpPr>
        <p:spPr>
          <a:xfrm>
            <a:off x="1609344" y="236524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243328" y="2365248"/>
            <a:ext cx="633984" cy="633984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59" name="Text 57"/>
          <p:cNvSpPr/>
          <p:nvPr/>
        </p:nvSpPr>
        <p:spPr>
          <a:xfrm>
            <a:off x="2243328" y="236524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877312" y="2365248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61" name="Text 59"/>
          <p:cNvSpPr/>
          <p:nvPr/>
        </p:nvSpPr>
        <p:spPr>
          <a:xfrm>
            <a:off x="2877312" y="236524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511296" y="2365248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63" name="Text 61"/>
          <p:cNvSpPr/>
          <p:nvPr/>
        </p:nvSpPr>
        <p:spPr>
          <a:xfrm>
            <a:off x="3511296" y="236524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145280" y="2365248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65" name="Text 63"/>
          <p:cNvSpPr/>
          <p:nvPr/>
        </p:nvSpPr>
        <p:spPr>
          <a:xfrm>
            <a:off x="4145280" y="236524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779264" y="2365248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67" name="Text 65"/>
          <p:cNvSpPr/>
          <p:nvPr/>
        </p:nvSpPr>
        <p:spPr>
          <a:xfrm>
            <a:off x="4779264" y="236524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413248" y="2365248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69" name="Text 67"/>
          <p:cNvSpPr/>
          <p:nvPr/>
        </p:nvSpPr>
        <p:spPr>
          <a:xfrm>
            <a:off x="5413248" y="236524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975360" y="2999232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71" name="Text 69"/>
          <p:cNvSpPr/>
          <p:nvPr/>
        </p:nvSpPr>
        <p:spPr>
          <a:xfrm>
            <a:off x="975360" y="2999232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609344" y="2999232"/>
            <a:ext cx="633984" cy="633984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73" name="Text 71"/>
          <p:cNvSpPr/>
          <p:nvPr/>
        </p:nvSpPr>
        <p:spPr>
          <a:xfrm>
            <a:off x="1609344" y="2999232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243328" y="2999232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75" name="Text 73"/>
          <p:cNvSpPr/>
          <p:nvPr/>
        </p:nvSpPr>
        <p:spPr>
          <a:xfrm>
            <a:off x="2243328" y="2999232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877312" y="2999232"/>
            <a:ext cx="633984" cy="633984"/>
          </a:xfrm>
          <a:prstGeom prst="rect">
            <a:avLst/>
          </a:prstGeom>
          <a:solidFill>
            <a:srgbClr val="14B8A6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77" name="Text 75"/>
          <p:cNvSpPr/>
          <p:nvPr/>
        </p:nvSpPr>
        <p:spPr>
          <a:xfrm>
            <a:off x="2877312" y="2999232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511296" y="2999232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79" name="Text 77"/>
          <p:cNvSpPr/>
          <p:nvPr/>
        </p:nvSpPr>
        <p:spPr>
          <a:xfrm>
            <a:off x="3511296" y="2999232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145280" y="2999232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81" name="Text 79"/>
          <p:cNvSpPr/>
          <p:nvPr/>
        </p:nvSpPr>
        <p:spPr>
          <a:xfrm>
            <a:off x="4145280" y="2999232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779264" y="2999232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83" name="Text 81"/>
          <p:cNvSpPr/>
          <p:nvPr/>
        </p:nvSpPr>
        <p:spPr>
          <a:xfrm>
            <a:off x="4779264" y="2999232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413248" y="2999232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85" name="Text 83"/>
          <p:cNvSpPr/>
          <p:nvPr/>
        </p:nvSpPr>
        <p:spPr>
          <a:xfrm>
            <a:off x="5413248" y="2999232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75360" y="3633216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87" name="Text 85"/>
          <p:cNvSpPr/>
          <p:nvPr/>
        </p:nvSpPr>
        <p:spPr>
          <a:xfrm>
            <a:off x="975360" y="3633216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1609344" y="3633216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89" name="Text 87"/>
          <p:cNvSpPr/>
          <p:nvPr/>
        </p:nvSpPr>
        <p:spPr>
          <a:xfrm>
            <a:off x="1609344" y="3633216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243328" y="3633216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91" name="Text 89"/>
          <p:cNvSpPr/>
          <p:nvPr/>
        </p:nvSpPr>
        <p:spPr>
          <a:xfrm>
            <a:off x="2243328" y="3633216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2877312" y="3633216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93" name="Text 91"/>
          <p:cNvSpPr/>
          <p:nvPr/>
        </p:nvSpPr>
        <p:spPr>
          <a:xfrm>
            <a:off x="2877312" y="3633216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511296" y="3633216"/>
            <a:ext cx="633984" cy="633984"/>
          </a:xfrm>
          <a:prstGeom prst="rect">
            <a:avLst/>
          </a:prstGeom>
          <a:solidFill>
            <a:srgbClr val="5EEAD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95" name="Text 93"/>
          <p:cNvSpPr/>
          <p:nvPr/>
        </p:nvSpPr>
        <p:spPr>
          <a:xfrm>
            <a:off x="3511296" y="3633216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4145280" y="3633216"/>
            <a:ext cx="633984" cy="633984"/>
          </a:xfrm>
          <a:prstGeom prst="rect">
            <a:avLst/>
          </a:prstGeom>
          <a:solidFill>
            <a:srgbClr val="FCA5A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97" name="Text 95"/>
          <p:cNvSpPr/>
          <p:nvPr/>
        </p:nvSpPr>
        <p:spPr>
          <a:xfrm>
            <a:off x="4145280" y="3633216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779264" y="3633216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99" name="Text 97"/>
          <p:cNvSpPr/>
          <p:nvPr/>
        </p:nvSpPr>
        <p:spPr>
          <a:xfrm>
            <a:off x="4779264" y="3633216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5413248" y="3633216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01" name="Text 99"/>
          <p:cNvSpPr/>
          <p:nvPr/>
        </p:nvSpPr>
        <p:spPr>
          <a:xfrm>
            <a:off x="5413248" y="3633216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975360" y="4267200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03" name="Text 101"/>
          <p:cNvSpPr/>
          <p:nvPr/>
        </p:nvSpPr>
        <p:spPr>
          <a:xfrm>
            <a:off x="975360" y="426720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1609344" y="4267200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05" name="Text 103"/>
          <p:cNvSpPr/>
          <p:nvPr/>
        </p:nvSpPr>
        <p:spPr>
          <a:xfrm>
            <a:off x="1609344" y="426720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2243328" y="4267200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07" name="Text 105"/>
          <p:cNvSpPr/>
          <p:nvPr/>
        </p:nvSpPr>
        <p:spPr>
          <a:xfrm>
            <a:off x="2243328" y="426720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2877312" y="4267200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09" name="Text 107"/>
          <p:cNvSpPr/>
          <p:nvPr/>
        </p:nvSpPr>
        <p:spPr>
          <a:xfrm>
            <a:off x="2877312" y="426720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3511296" y="4267200"/>
            <a:ext cx="633984" cy="633984"/>
          </a:xfrm>
          <a:prstGeom prst="rect">
            <a:avLst/>
          </a:prstGeom>
          <a:solidFill>
            <a:srgbClr val="FCA5A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11" name="Text 109"/>
          <p:cNvSpPr/>
          <p:nvPr/>
        </p:nvSpPr>
        <p:spPr>
          <a:xfrm>
            <a:off x="3511296" y="426720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4145280" y="4267200"/>
            <a:ext cx="633984" cy="633984"/>
          </a:xfrm>
          <a:prstGeom prst="rect">
            <a:avLst/>
          </a:prstGeom>
          <a:solidFill>
            <a:srgbClr val="5EEAD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13" name="Text 111"/>
          <p:cNvSpPr/>
          <p:nvPr/>
        </p:nvSpPr>
        <p:spPr>
          <a:xfrm>
            <a:off x="4145280" y="426720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4779264" y="4267200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15" name="Text 113"/>
          <p:cNvSpPr/>
          <p:nvPr/>
        </p:nvSpPr>
        <p:spPr>
          <a:xfrm>
            <a:off x="4779264" y="426720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5413248" y="4267200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17" name="Text 115"/>
          <p:cNvSpPr/>
          <p:nvPr/>
        </p:nvSpPr>
        <p:spPr>
          <a:xfrm>
            <a:off x="5413248" y="4267200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975360" y="4901184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19" name="Text 117"/>
          <p:cNvSpPr/>
          <p:nvPr/>
        </p:nvSpPr>
        <p:spPr>
          <a:xfrm>
            <a:off x="975360" y="490118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1609344" y="4901184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21" name="Text 119"/>
          <p:cNvSpPr/>
          <p:nvPr/>
        </p:nvSpPr>
        <p:spPr>
          <a:xfrm>
            <a:off x="1609344" y="490118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2243328" y="4901184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23" name="Text 121"/>
          <p:cNvSpPr/>
          <p:nvPr/>
        </p:nvSpPr>
        <p:spPr>
          <a:xfrm>
            <a:off x="2243328" y="490118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2877312" y="4901184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25" name="Text 123"/>
          <p:cNvSpPr/>
          <p:nvPr/>
        </p:nvSpPr>
        <p:spPr>
          <a:xfrm>
            <a:off x="2877312" y="490118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3511296" y="4901184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27" name="Text 125"/>
          <p:cNvSpPr/>
          <p:nvPr/>
        </p:nvSpPr>
        <p:spPr>
          <a:xfrm>
            <a:off x="3511296" y="490118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4145280" y="4901184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29" name="Text 127"/>
          <p:cNvSpPr/>
          <p:nvPr/>
        </p:nvSpPr>
        <p:spPr>
          <a:xfrm>
            <a:off x="4145280" y="490118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4779264" y="4901184"/>
            <a:ext cx="633984" cy="633984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31" name="Text 129"/>
          <p:cNvSpPr/>
          <p:nvPr/>
        </p:nvSpPr>
        <p:spPr>
          <a:xfrm>
            <a:off x="4779264" y="490118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00" dirty="0"/>
          </a:p>
        </p:txBody>
      </p:sp>
      <p:sp>
        <p:nvSpPr>
          <p:cNvPr id="132" name="Shape 130"/>
          <p:cNvSpPr/>
          <p:nvPr/>
        </p:nvSpPr>
        <p:spPr>
          <a:xfrm>
            <a:off x="5413248" y="4901184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33" name="Text 131"/>
          <p:cNvSpPr/>
          <p:nvPr/>
        </p:nvSpPr>
        <p:spPr>
          <a:xfrm>
            <a:off x="5413248" y="4901184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975360" y="5535168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35" name="Text 133"/>
          <p:cNvSpPr/>
          <p:nvPr/>
        </p:nvSpPr>
        <p:spPr>
          <a:xfrm>
            <a:off x="975360" y="553516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1609344" y="5535168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37" name="Text 135"/>
          <p:cNvSpPr/>
          <p:nvPr/>
        </p:nvSpPr>
        <p:spPr>
          <a:xfrm>
            <a:off x="1609344" y="553516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2243328" y="5535168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39" name="Text 137"/>
          <p:cNvSpPr/>
          <p:nvPr/>
        </p:nvSpPr>
        <p:spPr>
          <a:xfrm>
            <a:off x="2243328" y="553516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2877312" y="5535168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41" name="Text 139"/>
          <p:cNvSpPr/>
          <p:nvPr/>
        </p:nvSpPr>
        <p:spPr>
          <a:xfrm>
            <a:off x="2877312" y="553516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3511296" y="5535168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43" name="Text 141"/>
          <p:cNvSpPr/>
          <p:nvPr/>
        </p:nvSpPr>
        <p:spPr>
          <a:xfrm>
            <a:off x="3511296" y="553516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4145280" y="5535168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45" name="Text 143"/>
          <p:cNvSpPr/>
          <p:nvPr/>
        </p:nvSpPr>
        <p:spPr>
          <a:xfrm>
            <a:off x="4145280" y="553516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4779264" y="5535168"/>
            <a:ext cx="633984" cy="6339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47" name="Text 145"/>
          <p:cNvSpPr/>
          <p:nvPr/>
        </p:nvSpPr>
        <p:spPr>
          <a:xfrm>
            <a:off x="4779264" y="553516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148" name="Shape 146"/>
          <p:cNvSpPr/>
          <p:nvPr/>
        </p:nvSpPr>
        <p:spPr>
          <a:xfrm>
            <a:off x="5413248" y="5535168"/>
            <a:ext cx="633984" cy="633984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49" name="Text 147"/>
          <p:cNvSpPr/>
          <p:nvPr/>
        </p:nvSpPr>
        <p:spPr>
          <a:xfrm>
            <a:off x="5413248" y="5535168"/>
            <a:ext cx="63398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200" dirty="0"/>
          </a:p>
        </p:txBody>
      </p:sp>
      <p:sp>
        <p:nvSpPr>
          <p:cNvPr id="150" name="Shape 148"/>
          <p:cNvSpPr/>
          <p:nvPr/>
        </p:nvSpPr>
        <p:spPr>
          <a:xfrm>
            <a:off x="609600" y="6315456"/>
            <a:ext cx="365760" cy="243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51" name="Text 149"/>
          <p:cNvSpPr/>
          <p:nvPr/>
        </p:nvSpPr>
        <p:spPr>
          <a:xfrm>
            <a:off x="1036320" y="6315456"/>
            <a:ext cx="21945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(high = good)</a:t>
            </a:r>
            <a:endParaRPr lang="en-US" sz="1067" dirty="0"/>
          </a:p>
        </p:txBody>
      </p:sp>
      <p:sp>
        <p:nvSpPr>
          <p:cNvPr id="152" name="Shape 150"/>
          <p:cNvSpPr/>
          <p:nvPr/>
        </p:nvSpPr>
        <p:spPr>
          <a:xfrm>
            <a:off x="3413760" y="6315456"/>
            <a:ext cx="365760" cy="243840"/>
          </a:xfrm>
          <a:prstGeom prst="rect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53" name="Text 151"/>
          <p:cNvSpPr/>
          <p:nvPr/>
        </p:nvSpPr>
        <p:spPr>
          <a:xfrm>
            <a:off x="3840480" y="6315456"/>
            <a:ext cx="21945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(high = problem)</a:t>
            </a:r>
            <a:endParaRPr lang="en-US" sz="1067" dirty="0"/>
          </a:p>
        </p:txBody>
      </p:sp>
      <p:sp>
        <p:nvSpPr>
          <p:cNvPr id="154" name="Shape 152"/>
          <p:cNvSpPr/>
          <p:nvPr/>
        </p:nvSpPr>
        <p:spPr>
          <a:xfrm>
            <a:off x="6217920" y="999744"/>
            <a:ext cx="1853184" cy="49987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155" name="Shape 153"/>
          <p:cNvSpPr/>
          <p:nvPr/>
        </p:nvSpPr>
        <p:spPr>
          <a:xfrm>
            <a:off x="6217920" y="999744"/>
            <a:ext cx="1853184" cy="5486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56" name="Text 154"/>
          <p:cNvSpPr/>
          <p:nvPr/>
        </p:nvSpPr>
        <p:spPr>
          <a:xfrm>
            <a:off x="6217920" y="999744"/>
            <a:ext cx="1853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MEL→NV Error</a:t>
            </a:r>
            <a:endParaRPr lang="en-US" sz="1200" dirty="0"/>
          </a:p>
        </p:txBody>
      </p:sp>
      <p:sp>
        <p:nvSpPr>
          <p:cNvPr id="157" name="Text 155"/>
          <p:cNvSpPr/>
          <p:nvPr/>
        </p:nvSpPr>
        <p:spPr>
          <a:xfrm>
            <a:off x="6315456" y="1645920"/>
            <a:ext cx="1658112" cy="414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Melanoma misclassified as harmless mole. ViT reduces this vs MobileNet — critical safety issue.</a:t>
            </a:r>
            <a:endParaRPr lang="en-US" sz="1200" dirty="0"/>
          </a:p>
        </p:txBody>
      </p:sp>
      <p:sp>
        <p:nvSpPr>
          <p:cNvPr id="158" name="Shape 156"/>
          <p:cNvSpPr/>
          <p:nvPr/>
        </p:nvSpPr>
        <p:spPr>
          <a:xfrm>
            <a:off x="8229600" y="999744"/>
            <a:ext cx="1853184" cy="49987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159" name="Shape 157"/>
          <p:cNvSpPr/>
          <p:nvPr/>
        </p:nvSpPr>
        <p:spPr>
          <a:xfrm>
            <a:off x="8229600" y="999744"/>
            <a:ext cx="1853184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60" name="Text 158"/>
          <p:cNvSpPr/>
          <p:nvPr/>
        </p:nvSpPr>
        <p:spPr>
          <a:xfrm>
            <a:off x="8229600" y="999744"/>
            <a:ext cx="1853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AK↔SCC Confusion</a:t>
            </a:r>
            <a:endParaRPr lang="en-US" sz="1200" dirty="0"/>
          </a:p>
        </p:txBody>
      </p:sp>
      <p:sp>
        <p:nvSpPr>
          <p:cNvPr id="161" name="Text 159"/>
          <p:cNvSpPr/>
          <p:nvPr/>
        </p:nvSpPr>
        <p:spPr>
          <a:xfrm>
            <a:off x="8327136" y="1645920"/>
            <a:ext cx="1658112" cy="414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look similar even to doctors. Both models struggle here — real clinical challenge.</a:t>
            </a:r>
            <a:endParaRPr lang="en-US" sz="1200" dirty="0"/>
          </a:p>
        </p:txBody>
      </p:sp>
      <p:sp>
        <p:nvSpPr>
          <p:cNvPr id="162" name="Shape 160"/>
          <p:cNvSpPr/>
          <p:nvPr/>
        </p:nvSpPr>
        <p:spPr>
          <a:xfrm>
            <a:off x="10241280" y="999744"/>
            <a:ext cx="1853184" cy="49987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163" name="Shape 161"/>
          <p:cNvSpPr/>
          <p:nvPr/>
        </p:nvSpPr>
        <p:spPr>
          <a:xfrm>
            <a:off x="10241280" y="999744"/>
            <a:ext cx="1853184" cy="5486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64" name="Text 162"/>
          <p:cNvSpPr/>
          <p:nvPr/>
        </p:nvSpPr>
        <p:spPr>
          <a:xfrm>
            <a:off x="10241280" y="999744"/>
            <a:ext cx="1853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Low Precision</a:t>
            </a:r>
            <a:endParaRPr lang="en-US" sz="1200" dirty="0"/>
          </a:p>
        </p:txBody>
      </p:sp>
      <p:sp>
        <p:nvSpPr>
          <p:cNvPr id="165" name="Text 163"/>
          <p:cNvSpPr/>
          <p:nvPr/>
        </p:nvSpPr>
        <p:spPr>
          <a:xfrm>
            <a:off x="10338816" y="1645920"/>
            <a:ext cx="1658112" cy="414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239 training images. High recall (94%) but low precision (34%) — false positives.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A4CE11-C9AE-6B07-7188-897B67163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9108"/>
            <a:ext cx="11948160" cy="4816141"/>
          </a:xfrm>
          <a:prstGeom prst="rect">
            <a:avLst/>
          </a:prstGeom>
        </p:spPr>
      </p:pic>
      <p:sp>
        <p:nvSpPr>
          <p:cNvPr id="28" name="Shape 3">
            <a:extLst>
              <a:ext uri="{FF2B5EF4-FFF2-40B4-BE49-F238E27FC236}">
                <a16:creationId xmlns:a16="http://schemas.microsoft.com/office/drawing/2014/main" id="{BEFE5C8A-2D64-D773-B2AB-BD629DA8A9B1}"/>
              </a:ext>
            </a:extLst>
          </p:cNvPr>
          <p:cNvSpPr/>
          <p:nvPr/>
        </p:nvSpPr>
        <p:spPr>
          <a:xfrm>
            <a:off x="1052309" y="5554305"/>
            <a:ext cx="2775352" cy="1041568"/>
          </a:xfrm>
          <a:prstGeom prst="rect">
            <a:avLst/>
          </a:prstGeom>
          <a:solidFill>
            <a:srgbClr val="FAFCF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65FBD25A-1B65-20BC-FF32-EBA001F2E782}"/>
              </a:ext>
            </a:extLst>
          </p:cNvPr>
          <p:cNvSpPr/>
          <p:nvPr/>
        </p:nvSpPr>
        <p:spPr>
          <a:xfrm>
            <a:off x="1052309" y="5554305"/>
            <a:ext cx="2775352" cy="378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ED0EC478-207B-4C50-3D07-6D4348B79EE9}"/>
              </a:ext>
            </a:extLst>
          </p:cNvPr>
          <p:cNvSpPr/>
          <p:nvPr/>
        </p:nvSpPr>
        <p:spPr>
          <a:xfrm>
            <a:off x="1143749" y="5572593"/>
            <a:ext cx="2596297" cy="33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→ NV mistake</a:t>
            </a:r>
            <a:endParaRPr lang="en-US" sz="10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5AFF7D81-F6A5-A1CA-5294-AAA95AA1838E}"/>
              </a:ext>
            </a:extLst>
          </p:cNvPr>
          <p:cNvSpPr/>
          <p:nvPr/>
        </p:nvSpPr>
        <p:spPr>
          <a:xfrm>
            <a:off x="1143749" y="5892633"/>
            <a:ext cx="2596297" cy="568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dangerous error: Melanoma (cancer) gets misidentified as a harmless mole. ViT makes this mistake less often (better recall for MEL).</a:t>
            </a:r>
            <a:endParaRPr lang="en-US" sz="950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F114277E-F397-1762-3FAC-5047C4D4A8B5}"/>
              </a:ext>
            </a:extLst>
          </p:cNvPr>
          <p:cNvSpPr/>
          <p:nvPr/>
        </p:nvSpPr>
        <p:spPr>
          <a:xfrm>
            <a:off x="4024109" y="5554305"/>
            <a:ext cx="2775352" cy="1041568"/>
          </a:xfrm>
          <a:prstGeom prst="rect">
            <a:avLst/>
          </a:prstGeom>
          <a:solidFill>
            <a:srgbClr val="FAFCFB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F019671B-37A2-23E0-09D8-7B77EFE09185}"/>
              </a:ext>
            </a:extLst>
          </p:cNvPr>
          <p:cNvSpPr/>
          <p:nvPr/>
        </p:nvSpPr>
        <p:spPr>
          <a:xfrm>
            <a:off x="4024109" y="5554305"/>
            <a:ext cx="2775352" cy="378752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85F01E80-475F-229C-0A95-9063923FCFDD}"/>
              </a:ext>
            </a:extLst>
          </p:cNvPr>
          <p:cNvSpPr/>
          <p:nvPr/>
        </p:nvSpPr>
        <p:spPr>
          <a:xfrm>
            <a:off x="4115549" y="5572593"/>
            <a:ext cx="2596297" cy="33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↔ AK confusion</a:t>
            </a:r>
            <a:endParaRPr lang="en-US" sz="10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04FCD335-E56B-1B20-5C30-3298D0BC8F9F}"/>
              </a:ext>
            </a:extLst>
          </p:cNvPr>
          <p:cNvSpPr/>
          <p:nvPr/>
        </p:nvSpPr>
        <p:spPr>
          <a:xfrm>
            <a:off x="4115549" y="5892633"/>
            <a:ext cx="2596297" cy="568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Squamous Cell Carcinoma and Actinic Keratosis look very similar even to doctors. Both models struggle — this is a real clinical challenge.</a:t>
            </a:r>
            <a:endParaRPr lang="en-US" sz="95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8107B911-648D-3ED5-9B6C-1D57BEE08087}"/>
              </a:ext>
            </a:extLst>
          </p:cNvPr>
          <p:cNvSpPr/>
          <p:nvPr/>
        </p:nvSpPr>
        <p:spPr>
          <a:xfrm>
            <a:off x="6995909" y="5554305"/>
            <a:ext cx="2775352" cy="1041568"/>
          </a:xfrm>
          <a:prstGeom prst="rect">
            <a:avLst/>
          </a:prstGeom>
          <a:solidFill>
            <a:srgbClr val="FAFCFB"/>
          </a:solidFill>
          <a:ln w="12700">
            <a:solidFill>
              <a:srgbClr val="3449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E62CFA94-4696-4A59-3560-8F05FE0A90E3}"/>
              </a:ext>
            </a:extLst>
          </p:cNvPr>
          <p:cNvSpPr/>
          <p:nvPr/>
        </p:nvSpPr>
        <p:spPr>
          <a:xfrm>
            <a:off x="6995909" y="5554305"/>
            <a:ext cx="2775352" cy="378752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908327E0-454E-C90C-B1EA-A244BED158D1}"/>
              </a:ext>
            </a:extLst>
          </p:cNvPr>
          <p:cNvSpPr/>
          <p:nvPr/>
        </p:nvSpPr>
        <p:spPr>
          <a:xfrm>
            <a:off x="7087349" y="5572593"/>
            <a:ext cx="2596297" cy="33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and VASC low scores</a:t>
            </a:r>
            <a:endParaRPr lang="en-US" sz="10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4BC7846F-62CA-8702-56CC-6F0E92D2F152}"/>
              </a:ext>
            </a:extLst>
          </p:cNvPr>
          <p:cNvSpPr/>
          <p:nvPr/>
        </p:nvSpPr>
        <p:spPr>
          <a:xfrm>
            <a:off x="7087349" y="5892633"/>
            <a:ext cx="2596297" cy="568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classes have under 250 training images each. Both models struggle because they haven't seen enough examples.</a:t>
            </a:r>
            <a:endParaRPr lang="en-US" sz="950" dirty="0"/>
          </a:p>
        </p:txBody>
      </p:sp>
      <p:sp>
        <p:nvSpPr>
          <p:cNvPr id="40" name="Shape 0">
            <a:extLst>
              <a:ext uri="{FF2B5EF4-FFF2-40B4-BE49-F238E27FC236}">
                <a16:creationId xmlns:a16="http://schemas.microsoft.com/office/drawing/2014/main" id="{DD32D53B-71E3-A2C4-B5CC-9A9543F5DA78}"/>
              </a:ext>
            </a:extLst>
          </p:cNvPr>
          <p:cNvSpPr/>
          <p:nvPr/>
        </p:nvSpPr>
        <p:spPr>
          <a:xfrm>
            <a:off x="0" y="0"/>
            <a:ext cx="12192000" cy="877824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r>
              <a:rPr lang="en-US" sz="2400" b="1" dirty="0">
                <a:solidFill>
                  <a:srgbClr val="FAF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</a:t>
            </a:r>
            <a:r>
              <a:rPr lang="en-AU" dirty="0">
                <a:solidFill>
                  <a:schemeClr val="bg1"/>
                </a:solidFill>
              </a:rPr>
              <a:t>showing how often they correctly identify a type of lesion (the diagonal numbers) and how often they get confused and mislabel one type as another (the off-diagonal numbers). Higher numbers on the diagonal are good!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68991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7C2D12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60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&amp; Fairness — What Could Go Wrong?</a:t>
            </a:r>
            <a:endParaRPr lang="en-US" sz="2667" dirty="0"/>
          </a:p>
        </p:txBody>
      </p:sp>
      <p:sp>
        <p:nvSpPr>
          <p:cNvPr id="4" name="Shape 2"/>
          <p:cNvSpPr/>
          <p:nvPr/>
        </p:nvSpPr>
        <p:spPr>
          <a:xfrm>
            <a:off x="365760" y="950976"/>
            <a:ext cx="5486400" cy="26212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5" name="Shape 3"/>
          <p:cNvSpPr/>
          <p:nvPr/>
        </p:nvSpPr>
        <p:spPr>
          <a:xfrm>
            <a:off x="365760" y="950976"/>
            <a:ext cx="5486400" cy="6705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6" name="Text 4"/>
          <p:cNvSpPr/>
          <p:nvPr/>
        </p:nvSpPr>
        <p:spPr>
          <a:xfrm>
            <a:off x="487680" y="950976"/>
            <a:ext cx="43891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Skin Tone Bias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4876800" y="1072896"/>
            <a:ext cx="877824" cy="390144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8" name="Text 6"/>
          <p:cNvSpPr/>
          <p:nvPr/>
        </p:nvSpPr>
        <p:spPr>
          <a:xfrm>
            <a:off x="4876800" y="1072896"/>
            <a:ext cx="87782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67" dirty="0"/>
          </a:p>
        </p:txBody>
      </p:sp>
      <p:sp>
        <p:nvSpPr>
          <p:cNvPr id="9" name="Text 7"/>
          <p:cNvSpPr/>
          <p:nvPr/>
        </p:nvSpPr>
        <p:spPr>
          <a:xfrm>
            <a:off x="548640" y="1743456"/>
            <a:ext cx="5120640" cy="173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from Spain, Austria &amp; USA — predominantly lighter skin tones. Models may underperform for darker skin, creating health equity gaps in populations that need AI screening most.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6278880" y="950976"/>
            <a:ext cx="5486400" cy="26212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11" name="Shape 9"/>
          <p:cNvSpPr/>
          <p:nvPr/>
        </p:nvSpPr>
        <p:spPr>
          <a:xfrm>
            <a:off x="6278880" y="950976"/>
            <a:ext cx="5486400" cy="670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2" name="Text 10"/>
          <p:cNvSpPr/>
          <p:nvPr/>
        </p:nvSpPr>
        <p:spPr>
          <a:xfrm>
            <a:off x="6400800" y="950976"/>
            <a:ext cx="43891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Class Imbalance Risk</a:t>
            </a:r>
            <a:endParaRPr lang="en-US" sz="1733" dirty="0"/>
          </a:p>
        </p:txBody>
      </p:sp>
      <p:sp>
        <p:nvSpPr>
          <p:cNvPr id="13" name="Shape 11"/>
          <p:cNvSpPr/>
          <p:nvPr/>
        </p:nvSpPr>
        <p:spPr>
          <a:xfrm>
            <a:off x="10789920" y="1072896"/>
            <a:ext cx="877824" cy="390144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4" name="Text 12"/>
          <p:cNvSpPr/>
          <p:nvPr/>
        </p:nvSpPr>
        <p:spPr>
          <a:xfrm>
            <a:off x="10789920" y="1072896"/>
            <a:ext cx="87782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67" dirty="0"/>
          </a:p>
        </p:txBody>
      </p:sp>
      <p:sp>
        <p:nvSpPr>
          <p:cNvPr id="15" name="Text 13"/>
          <p:cNvSpPr/>
          <p:nvPr/>
        </p:nvSpPr>
        <p:spPr>
          <a:xfrm>
            <a:off x="6461760" y="1743456"/>
            <a:ext cx="5120640" cy="173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recall = 81.7% means ~18 out of every 100 real melanoma cases would be missed. Clinical threshold is typically &gt;90% recall for screening tools.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365760" y="3816096"/>
            <a:ext cx="5486400" cy="26212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17" name="Shape 15"/>
          <p:cNvSpPr/>
          <p:nvPr/>
        </p:nvSpPr>
        <p:spPr>
          <a:xfrm>
            <a:off x="365760" y="3816096"/>
            <a:ext cx="5486400" cy="6705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8" name="Text 16"/>
          <p:cNvSpPr/>
          <p:nvPr/>
        </p:nvSpPr>
        <p:spPr>
          <a:xfrm>
            <a:off x="487680" y="3816096"/>
            <a:ext cx="43891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Device / Acquisition Bias</a:t>
            </a:r>
            <a:endParaRPr lang="en-US" sz="1733" dirty="0"/>
          </a:p>
        </p:txBody>
      </p:sp>
      <p:sp>
        <p:nvSpPr>
          <p:cNvPr id="19" name="Shape 17"/>
          <p:cNvSpPr/>
          <p:nvPr/>
        </p:nvSpPr>
        <p:spPr>
          <a:xfrm>
            <a:off x="4876800" y="3938016"/>
            <a:ext cx="877824" cy="390144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20" name="Text 18"/>
          <p:cNvSpPr/>
          <p:nvPr/>
        </p:nvSpPr>
        <p:spPr>
          <a:xfrm>
            <a:off x="4876800" y="3938016"/>
            <a:ext cx="87782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67" dirty="0"/>
          </a:p>
        </p:txBody>
      </p:sp>
      <p:sp>
        <p:nvSpPr>
          <p:cNvPr id="21" name="Text 19"/>
          <p:cNvSpPr/>
          <p:nvPr/>
        </p:nvSpPr>
        <p:spPr>
          <a:xfrm>
            <a:off x="548640" y="4608576"/>
            <a:ext cx="5120640" cy="173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hospitals used different cameras. Without institution labels, we cannot test if models learned device patterns vs. lesion features. New hospital deployment could fail unexpectedly.</a:t>
            </a:r>
            <a:endParaRPr lang="en-US" sz="1333" dirty="0"/>
          </a:p>
        </p:txBody>
      </p:sp>
      <p:sp>
        <p:nvSpPr>
          <p:cNvPr id="22" name="Shape 20"/>
          <p:cNvSpPr/>
          <p:nvPr/>
        </p:nvSpPr>
        <p:spPr>
          <a:xfrm>
            <a:off x="6278880" y="3816096"/>
            <a:ext cx="5486400" cy="26212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 sz="2400"/>
          </a:p>
        </p:txBody>
      </p:sp>
      <p:sp>
        <p:nvSpPr>
          <p:cNvPr id="23" name="Shape 21"/>
          <p:cNvSpPr/>
          <p:nvPr/>
        </p:nvSpPr>
        <p:spPr>
          <a:xfrm>
            <a:off x="6278880" y="3816096"/>
            <a:ext cx="5486400" cy="670560"/>
          </a:xfrm>
          <a:prstGeom prst="rect">
            <a:avLst/>
          </a:prstGeom>
          <a:solidFill>
            <a:srgbClr val="0A1A3D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24" name="Text 22"/>
          <p:cNvSpPr/>
          <p:nvPr/>
        </p:nvSpPr>
        <p:spPr>
          <a:xfrm>
            <a:off x="6400800" y="3816096"/>
            <a:ext cx="43891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 Not a Doctor Replacement</a:t>
            </a:r>
            <a:endParaRPr lang="en-US" sz="1733" dirty="0"/>
          </a:p>
        </p:txBody>
      </p:sp>
      <p:sp>
        <p:nvSpPr>
          <p:cNvPr id="25" name="Shape 23"/>
          <p:cNvSpPr/>
          <p:nvPr/>
        </p:nvSpPr>
        <p:spPr>
          <a:xfrm>
            <a:off x="10789920" y="3938016"/>
            <a:ext cx="877824" cy="390144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26" name="Text 24"/>
          <p:cNvSpPr/>
          <p:nvPr/>
        </p:nvSpPr>
        <p:spPr>
          <a:xfrm>
            <a:off x="10789920" y="3938016"/>
            <a:ext cx="877824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67" dirty="0"/>
          </a:p>
        </p:txBody>
      </p:sp>
      <p:sp>
        <p:nvSpPr>
          <p:cNvPr id="27" name="Text 25"/>
          <p:cNvSpPr/>
          <p:nvPr/>
        </p:nvSpPr>
        <p:spPr>
          <a:xfrm>
            <a:off x="6461760" y="4608576"/>
            <a:ext cx="5120640" cy="1731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research tools — NOT finished medical software. Must always be reviewed by a qualified dermatologist. The model supports clinical judgement; it does not replace it.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365760" y="6339840"/>
            <a:ext cx="11460480" cy="3048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29" name="Text 27"/>
          <p:cNvSpPr/>
          <p:nvPr/>
        </p:nvSpPr>
        <p:spPr>
          <a:xfrm>
            <a:off x="487680" y="6339840"/>
            <a:ext cx="112166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Note: AI medical software requires FDA (US) or MDR/EU AI Act (EU) certification with demographic fairness, prospective clinical testing, and ongoing monitoring.</a:t>
            </a:r>
            <a:endParaRPr lang="en-US" sz="11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2085</Words>
  <Application>Microsoft Office PowerPoint</Application>
  <PresentationFormat>Widescreen</PresentationFormat>
  <Paragraphs>338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Georgia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Saima Farooq</dc:creator>
  <cp:lastModifiedBy>Saima Farooq</cp:lastModifiedBy>
  <cp:revision>2</cp:revision>
  <dcterms:created xsi:type="dcterms:W3CDTF">2026-05-18T09:26:01Z</dcterms:created>
  <dcterms:modified xsi:type="dcterms:W3CDTF">2026-06-02T20:13:15Z</dcterms:modified>
</cp:coreProperties>
</file>